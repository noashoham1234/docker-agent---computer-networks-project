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4"/>
    <p:sldMasterId id="2147483686" r:id="rId5"/>
    <p:sldMasterId id="214748368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Assistant"/>
      <p:regular r:id="rId28"/>
      <p:bold r:id="rId29"/>
    </p:embeddedFont>
    <p:embeddedFont>
      <p:font typeface="Noto Sans Symbols"/>
      <p:regular r:id="rId30"/>
      <p:bold r:id="rId31"/>
    </p:embeddedFont>
    <p:embeddedFont>
      <p:font typeface="PT Sans"/>
      <p:regular r:id="rId32"/>
      <p:bold r:id="rId33"/>
      <p:italic r:id="rId34"/>
      <p:boldItalic r:id="rId35"/>
    </p:embeddedFont>
    <p:embeddedFont>
      <p:font typeface="Ex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Assistant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Assistan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NotoSansSymbols-bold.fntdata"/><Relationship Id="rId30" Type="http://schemas.openxmlformats.org/officeDocument/2006/relationships/font" Target="fonts/NotoSansSymbols-regular.fntdata"/><Relationship Id="rId11" Type="http://schemas.openxmlformats.org/officeDocument/2006/relationships/slide" Target="slides/slide4.xml"/><Relationship Id="rId33" Type="http://schemas.openxmlformats.org/officeDocument/2006/relationships/font" Target="fonts/PTSans-bold.fntdata"/><Relationship Id="rId10" Type="http://schemas.openxmlformats.org/officeDocument/2006/relationships/slide" Target="slides/slide3.xml"/><Relationship Id="rId32" Type="http://schemas.openxmlformats.org/officeDocument/2006/relationships/font" Target="fonts/PTSans-regular.fntdata"/><Relationship Id="rId13" Type="http://schemas.openxmlformats.org/officeDocument/2006/relationships/slide" Target="slides/slide6.xml"/><Relationship Id="rId35" Type="http://schemas.openxmlformats.org/officeDocument/2006/relationships/font" Target="fonts/PTSans-boldItalic.fntdata"/><Relationship Id="rId12" Type="http://schemas.openxmlformats.org/officeDocument/2006/relationships/slide" Target="slides/slide5.xml"/><Relationship Id="rId34" Type="http://schemas.openxmlformats.org/officeDocument/2006/relationships/font" Target="fonts/PTSans-italic.fntdata"/><Relationship Id="rId15" Type="http://schemas.openxmlformats.org/officeDocument/2006/relationships/slide" Target="slides/slide8.xml"/><Relationship Id="rId37" Type="http://schemas.openxmlformats.org/officeDocument/2006/relationships/font" Target="fonts/Exo-bold.fntdata"/><Relationship Id="rId14" Type="http://schemas.openxmlformats.org/officeDocument/2006/relationships/slide" Target="slides/slide7.xml"/><Relationship Id="rId36" Type="http://schemas.openxmlformats.org/officeDocument/2006/relationships/font" Target="fonts/Exo-regular.fntdata"/><Relationship Id="rId17" Type="http://schemas.openxmlformats.org/officeDocument/2006/relationships/slide" Target="slides/slide10.xml"/><Relationship Id="rId39" Type="http://schemas.openxmlformats.org/officeDocument/2006/relationships/font" Target="fonts/Exo-boldItalic.fntdata"/><Relationship Id="rId16" Type="http://schemas.openxmlformats.org/officeDocument/2006/relationships/slide" Target="slides/slide9.xml"/><Relationship Id="rId38" Type="http://schemas.openxmlformats.org/officeDocument/2006/relationships/font" Target="fonts/Exo-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g3ceaa0f99a1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w"/>
              <a:t>בפרויקט זה בנינו מערכת שמדמה את התהליך המלא שבו לקוח מתחבר לרשת ומבקש שירות. המערכת כוללת מספר שרתי רשת המדמים תשתית אינטרנט אמיתית, ובסופה נפרס שרת Nginx אישי באמצעות Docker.</a:t>
            </a:r>
            <a:endParaRPr/>
          </a:p>
        </p:txBody>
      </p:sp>
      <p:sp>
        <p:nvSpPr>
          <p:cNvPr id="2337" name="Google Shape;2337;g3ceaa0f99a1_1_1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0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g3ceaa0f99a1_1_2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200">
                <a:solidFill>
                  <a:schemeClr val="dk1"/>
                </a:solidFill>
              </a:rPr>
              <a:t>הפרויקט מדמה את תהליך הגישה של לקוח לשירות רשת, החל מהרגע שבו הוא מתחבר לרשת חדשה ועד להפעלת שירות אפליקטיבי עבורו.</a:t>
            </a:r>
            <a:br>
              <a:rPr lang="iw" sz="1200">
                <a:solidFill>
                  <a:schemeClr val="dk1"/>
                </a:solidFill>
              </a:rPr>
            </a:br>
            <a:r>
              <a:rPr lang="iw" sz="1200">
                <a:solidFill>
                  <a:schemeClr val="dk1"/>
                </a:solidFill>
              </a:rPr>
              <a:t>המטרה הייתה לדמות את כל שלבי הגישה של לקוח לשירות רשת.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200">
                <a:solidFill>
                  <a:schemeClr val="dk1"/>
                </a:solidFill>
              </a:rPr>
              <a:t>הלקוח מתחבר לרשת ומקבל כתובת IP דרך DHCP, לאחר מכן פונה לשרת DNS כדי למצוא את כתובת שרת האפליקציה, ולבסוף שולח בקשה לשרת שמקים עבורו Container עם אתר אישי.</a:t>
            </a:r>
            <a:endParaRPr/>
          </a:p>
        </p:txBody>
      </p:sp>
      <p:sp>
        <p:nvSpPr>
          <p:cNvPr id="2402" name="Google Shape;2402;g3ceaa0f99a1_1_23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g3cf0445c0e9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3" name="Google Shape;2423;g3cf0445c0e9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200">
                <a:solidFill>
                  <a:schemeClr val="dk1"/>
                </a:solidFill>
              </a:rPr>
              <a:t>במערכת שלנו יש שלושה שרתים מרכזיים.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200">
                <a:solidFill>
                  <a:schemeClr val="dk1"/>
                </a:solidFill>
              </a:rPr>
              <a:t>שרת DHCP שמקצה כתובות IP ללקוחות,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200">
                <a:solidFill>
                  <a:schemeClr val="dk1"/>
                </a:solidFill>
              </a:rPr>
              <a:t>שרת DNS שמתרגם שמות דומיין לכתובות IP,</a:t>
            </a:r>
            <a:endParaRPr sz="12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 sz="1200">
                <a:solidFill>
                  <a:schemeClr val="dk1"/>
                </a:solidFill>
              </a:rPr>
              <a:t>ושרתי אפליקציה שמקבלים בקשות מהלקוח ומפעילים Agent שמקים Container עם Nginx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7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g3ceaa0f99a1_1_2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g3ceaa0f99a1_1_24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g3ceaa0f99a1_1_2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g3ceaa0f99a1_1_24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g3ceaa0f99a1_1_2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/>
              <a:t>שרת ה-DHCP אחראי להקצות ללקוח כתובת IP כאשר הוא מצטרף לרשת.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/>
              <a:t>מימשנו את תהליך DORA המלא – Discover, Offer, Request ו-ACK.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בנוסף הוספנו מנגנון Release שמאפשר ללקוח לשחרר את הכתובת לאחר סיום העבודה כדי לפנות משאבים.</a:t>
            </a:r>
            <a:endParaRPr/>
          </a:p>
        </p:txBody>
      </p:sp>
      <p:sp>
        <p:nvSpPr>
          <p:cNvPr id="2473" name="Google Shape;2473;g3ceaa0f99a1_1_24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g3ceaa0f99a1_1_2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g3ceaa0f99a1_1_24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6" name="Shape 2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7" name="Google Shape;2497;g3ceea103d5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/>
              <a:t>שרת ה-DNS מאפשר ללקוח למצוא את שרת האפליקציה לפי שם דומיין.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מימשנו פענוח של חבילות DNS בפורמט הבינארי שלהן, והשרת מחזיר את ה-IP המתאים מתוך מאגר מקומי.</a:t>
            </a:r>
            <a:endParaRPr/>
          </a:p>
        </p:txBody>
      </p:sp>
      <p:sp>
        <p:nvSpPr>
          <p:cNvPr id="2498" name="Google Shape;2498;g3ceea103d5d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2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3" name="Google Shape;2503;g3ceaa0f99a1_1_2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g3ceaa0f99a1_1_24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9" name="Shape 2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Google Shape;2510;g3cf0445c0e9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g3cf0445c0e9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3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g3ceea103d5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/>
              <a:t>שרת האפליקציה הוא הרכיב המרכזי במערכת.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הוא מקבל את בקשת הלקוח, מעבד את הנתונים שנשלחו אליו ומפעיל Agent שמקים Container עם שרת Nginx.</a:t>
            </a:r>
            <a:endParaRPr/>
          </a:p>
        </p:txBody>
      </p:sp>
      <p:sp>
        <p:nvSpPr>
          <p:cNvPr id="2525" name="Google Shape;2525;g3ceea103d5d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9" name="Shape 2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0" name="Google Shape;2530;g3d02416979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/>
              <a:t>מימשנו פרוטוקול Reliable UDP שמאפשר תקשורת אמינה מעל UDP.</a:t>
            </a:r>
            <a:br>
              <a:rPr lang="iw"/>
            </a:br>
            <a:r>
              <a:rPr lang="iw"/>
              <a:t> הפרוטוקול כולל מנגנון Handshake ליצירת חיבור, שימוש ב-Sliding Window לשליחת מספר חבילות במקביל, ובקרת עומס שמגדילה או מקטינה את החלון בהתאם למצב הרשת.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g3d02416979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5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g3cf0445c0e9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g3cf0445c0e9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2" name="Shape 2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3" name="Google Shape;2573;g3ceea103d5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/>
              <a:t>שרת האפליקציה מפעיל Agent שמנהל את פריסת ה-Container.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הוא מייצר דף HTML מותאם אישית ללקוח ומפעיל Container חדש של Nginx באמצעות Docker.</a:t>
            </a:r>
            <a:endParaRPr/>
          </a:p>
        </p:txBody>
      </p:sp>
      <p:sp>
        <p:nvSpPr>
          <p:cNvPr id="2574" name="Google Shape;2574;g3ceea103d5d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8" name="Shape 2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9" name="Google Shape;2579;g3d02416979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g3d02416979a_0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4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g3ceea103d5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g3ceea103d5d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4" name="Shape 2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5" name="Google Shape;2605;g3d02416979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/>
              <a:t>הלקוח מנהל את כל התהליך מתחילתו ועד סופו.</a:t>
            </a:r>
            <a:br>
              <a:rPr lang="iw"/>
            </a:br>
            <a:r>
              <a:rPr lang="iw"/>
              <a:t> הוא מקבל כתובת IP, פונה לשרת DNS כדי למצוא את שרת האפליקציה, שולח בקשה לפריסת Container, ולאחר סיום העבודה משחרר את כתובת ה-IP.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g3d02416979a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0" name="Shape 2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" name="Google Shape;2611;g3ceea103d5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2" name="Google Shape;2612;g3ceea103d5d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6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g3ceea103d5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/>
              <a:t>הפרויקט מדגים שילוב של מספר פרוטוקולי רשת יחד עם מנגנוני אמינות וניהול שירותים.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באמצעות המערכת ניתן לדמות תהליך מלא של גישה לשירות אינטרנט והקמת שרת אישי עבור המשתמש.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/>
              <a:t>המערכת מדגימה את כל שרשרת התקשורת מהרשת ועד האפליקציה – החל מהקצאת כתובת IP ועד פריסת שירות בפועל.</a:t>
            </a:r>
            <a:endParaRPr/>
          </a:p>
        </p:txBody>
      </p:sp>
      <p:sp>
        <p:nvSpPr>
          <p:cNvPr id="2618" name="Google Shape;2618;g3ceea103d5d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g3ceaa0f99a1_1_2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g3ceaa0f99a1_1_24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39"/>
              </a:srgbClr>
            </a:outerShdw>
          </a:effectLst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4"/>
          <p:cNvSpPr txBox="1"/>
          <p:nvPr>
            <p:ph idx="1"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9" type="blank">
  <p:cSld name="BLANK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75" name="Google Shape;175;p16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" name="Google Shape;191;p16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" name="Google Shape;192;p16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" name="Google Shape;193;p16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" name="Google Shape;203;p16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" name="Google Shape;204;p16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" name="Google Shape;205;p16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" name="Google Shape;206;p16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" name="Google Shape;207;p16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" name="Google Shape;208;p16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" name="Google Shape;209;p16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3" name="Google Shape;213;p16"/>
          <p:cNvSpPr txBox="1"/>
          <p:nvPr>
            <p:ph type="title"/>
          </p:nvPr>
        </p:nvSpPr>
        <p:spPr>
          <a:xfrm>
            <a:off x="713160" y="1088640"/>
            <a:ext cx="4401360" cy="1198440"/>
          </a:xfrm>
          <a:prstGeom prst="rect">
            <a:avLst/>
          </a:prstGeom>
          <a:noFill/>
          <a:ln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214" name="Google Shape;214;p16"/>
          <p:cNvGrpSpPr/>
          <p:nvPr/>
        </p:nvGrpSpPr>
        <p:grpSpPr>
          <a:xfrm>
            <a:off x="8137440" y="-109440"/>
            <a:ext cx="586440" cy="1284120"/>
            <a:chOff x="8137440" y="-109440"/>
            <a:chExt cx="586440" cy="1284120"/>
          </a:xfrm>
        </p:grpSpPr>
        <p:sp>
          <p:nvSpPr>
            <p:cNvPr id="215" name="Google Shape;215;p16"/>
            <p:cNvSpPr/>
            <p:nvPr/>
          </p:nvSpPr>
          <p:spPr>
            <a:xfrm>
              <a:off x="8137440" y="-10944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216" name="Google Shape;216;p16"/>
            <p:cNvGrpSpPr/>
            <p:nvPr/>
          </p:nvGrpSpPr>
          <p:grpSpPr>
            <a:xfrm>
              <a:off x="8309700" y="-108540"/>
              <a:ext cx="241560" cy="882360"/>
              <a:chOff x="8309700" y="-108540"/>
              <a:chExt cx="241560" cy="882360"/>
            </a:xfrm>
          </p:grpSpPr>
          <p:sp>
            <p:nvSpPr>
              <p:cNvPr id="217" name="Google Shape;217;p16"/>
              <p:cNvSpPr/>
              <p:nvPr/>
            </p:nvSpPr>
            <p:spPr>
              <a:xfrm rot="-5400000">
                <a:off x="8354520" y="57708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8" name="Google Shape;218;p16"/>
              <p:cNvSpPr/>
              <p:nvPr/>
            </p:nvSpPr>
            <p:spPr>
              <a:xfrm rot="-5400000">
                <a:off x="8355240" y="43020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19" name="Google Shape;219;p16"/>
              <p:cNvSpPr/>
              <p:nvPr/>
            </p:nvSpPr>
            <p:spPr>
              <a:xfrm rot="-5400000">
                <a:off x="8355240" y="28404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0" name="Google Shape;220;p16"/>
              <p:cNvSpPr/>
              <p:nvPr/>
            </p:nvSpPr>
            <p:spPr>
              <a:xfrm rot="-5400000">
                <a:off x="8355240" y="13788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1" name="Google Shape;221;p16"/>
              <p:cNvSpPr/>
              <p:nvPr/>
            </p:nvSpPr>
            <p:spPr>
              <a:xfrm rot="-5400000">
                <a:off x="8355240" y="-792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22" name="Google Shape;222;p16"/>
              <p:cNvSpPr/>
              <p:nvPr/>
            </p:nvSpPr>
            <p:spPr>
              <a:xfrm rot="-5400000">
                <a:off x="8355240" y="-15408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23" name="Google Shape;223;p16"/>
          <p:cNvGrpSpPr/>
          <p:nvPr/>
        </p:nvGrpSpPr>
        <p:grpSpPr>
          <a:xfrm>
            <a:off x="2517480" y="-116280"/>
            <a:ext cx="1520640" cy="301320"/>
            <a:chOff x="2517480" y="-116280"/>
            <a:chExt cx="1520640" cy="301320"/>
          </a:xfrm>
        </p:grpSpPr>
        <p:sp>
          <p:nvSpPr>
            <p:cNvPr id="224" name="Google Shape;224;p16"/>
            <p:cNvSpPr/>
            <p:nvPr/>
          </p:nvSpPr>
          <p:spPr>
            <a:xfrm>
              <a:off x="2611080" y="-698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3946680" y="93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3970440" y="1184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2517480" y="-1162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2541600" y="-918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29" name="Google Shape;229;p16"/>
          <p:cNvSpPr/>
          <p:nvPr/>
        </p:nvSpPr>
        <p:spPr>
          <a:xfrm rot="-5400000">
            <a:off x="341640" y="-348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30" name="Google Shape;230;p16"/>
          <p:cNvGrpSpPr/>
          <p:nvPr/>
        </p:nvGrpSpPr>
        <p:grpSpPr>
          <a:xfrm>
            <a:off x="4914000" y="675000"/>
            <a:ext cx="1252440" cy="50760"/>
            <a:chOff x="4914000" y="675000"/>
            <a:chExt cx="1252440" cy="50760"/>
          </a:xfrm>
        </p:grpSpPr>
        <p:sp>
          <p:nvSpPr>
            <p:cNvPr id="231" name="Google Shape;231;p16"/>
            <p:cNvSpPr/>
            <p:nvPr/>
          </p:nvSpPr>
          <p:spPr>
            <a:xfrm>
              <a:off x="4914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5006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" name="Google Shape;233;p16"/>
            <p:cNvSpPr/>
            <p:nvPr/>
          </p:nvSpPr>
          <p:spPr>
            <a:xfrm>
              <a:off x="5098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" name="Google Shape;234;p16"/>
            <p:cNvSpPr/>
            <p:nvPr/>
          </p:nvSpPr>
          <p:spPr>
            <a:xfrm>
              <a:off x="51912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" name="Google Shape;235;p16"/>
            <p:cNvSpPr/>
            <p:nvPr/>
          </p:nvSpPr>
          <p:spPr>
            <a:xfrm>
              <a:off x="52837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6" name="Google Shape;236;p16"/>
            <p:cNvSpPr/>
            <p:nvPr/>
          </p:nvSpPr>
          <p:spPr>
            <a:xfrm>
              <a:off x="537624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7" name="Google Shape;237;p16"/>
            <p:cNvSpPr/>
            <p:nvPr/>
          </p:nvSpPr>
          <p:spPr>
            <a:xfrm>
              <a:off x="54687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" name="Google Shape;238;p16"/>
            <p:cNvSpPr/>
            <p:nvPr/>
          </p:nvSpPr>
          <p:spPr>
            <a:xfrm>
              <a:off x="55612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" name="Google Shape;239;p16"/>
            <p:cNvSpPr/>
            <p:nvPr/>
          </p:nvSpPr>
          <p:spPr>
            <a:xfrm>
              <a:off x="56538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0" name="Google Shape;240;p16"/>
            <p:cNvSpPr/>
            <p:nvPr/>
          </p:nvSpPr>
          <p:spPr>
            <a:xfrm>
              <a:off x="57459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58384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5931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6023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" name="Google Shape;244;p16"/>
            <p:cNvSpPr/>
            <p:nvPr/>
          </p:nvSpPr>
          <p:spPr>
            <a:xfrm>
              <a:off x="6115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45" name="Google Shape;245;p16"/>
          <p:cNvSpPr/>
          <p:nvPr/>
        </p:nvSpPr>
        <p:spPr>
          <a:xfrm rot="5400000">
            <a:off x="8208720" y="42040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6" name="Google Shape;246;p16"/>
          <p:cNvSpPr/>
          <p:nvPr/>
        </p:nvSpPr>
        <p:spPr>
          <a:xfrm rot="10800000">
            <a:off x="1362600" y="42404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47" name="Google Shape;247;p16"/>
          <p:cNvGrpSpPr/>
          <p:nvPr/>
        </p:nvGrpSpPr>
        <p:grpSpPr>
          <a:xfrm>
            <a:off x="5600520" y="4993560"/>
            <a:ext cx="1520280" cy="301680"/>
            <a:chOff x="5600520" y="4993560"/>
            <a:chExt cx="1520280" cy="301680"/>
          </a:xfrm>
        </p:grpSpPr>
        <p:sp>
          <p:nvSpPr>
            <p:cNvPr id="248" name="Google Shape;248;p16"/>
            <p:cNvSpPr/>
            <p:nvPr/>
          </p:nvSpPr>
          <p:spPr>
            <a:xfrm>
              <a:off x="5693760" y="50400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7029360" y="52038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7053480" y="52286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5600520" y="49935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5624280" y="50184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53" name="Google Shape;253;p16"/>
          <p:cNvGrpSpPr/>
          <p:nvPr/>
        </p:nvGrpSpPr>
        <p:grpSpPr>
          <a:xfrm>
            <a:off x="-217800" y="2000520"/>
            <a:ext cx="552600" cy="98640"/>
            <a:chOff x="-217800" y="2000520"/>
            <a:chExt cx="552600" cy="98640"/>
          </a:xfrm>
        </p:grpSpPr>
        <p:sp>
          <p:nvSpPr>
            <p:cNvPr id="254" name="Google Shape;254;p16"/>
            <p:cNvSpPr/>
            <p:nvPr/>
          </p:nvSpPr>
          <p:spPr>
            <a:xfrm rot="5400000">
              <a:off x="236160" y="20005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5" name="Google Shape;255;p16"/>
            <p:cNvSpPr/>
            <p:nvPr/>
          </p:nvSpPr>
          <p:spPr>
            <a:xfrm rot="5400000">
              <a:off x="262800" y="20275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6" name="Google Shape;256;p16"/>
            <p:cNvSpPr/>
            <p:nvPr/>
          </p:nvSpPr>
          <p:spPr>
            <a:xfrm rot="5400000">
              <a:off x="-217800" y="20037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7" name="Google Shape;257;p16"/>
            <p:cNvSpPr/>
            <p:nvPr/>
          </p:nvSpPr>
          <p:spPr>
            <a:xfrm rot="5400000">
              <a:off x="-193680" y="20275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8" name="Google Shape;258;p16"/>
            <p:cNvSpPr/>
            <p:nvPr/>
          </p:nvSpPr>
          <p:spPr>
            <a:xfrm rot="5400000">
              <a:off x="58320" y="18648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59" name="Google Shape;259;p16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62" name="Google Shape;262;p17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3" name="Google Shape;263;p17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4" name="Google Shape;264;p17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5" name="Google Shape;265;p17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7" name="Google Shape;267;p17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8" name="Google Shape;268;p17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3" name="Google Shape;273;p17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4" name="Google Shape;274;p17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5" name="Google Shape;275;p17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6" name="Google Shape;276;p17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7" name="Google Shape;277;p17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8" name="Google Shape;278;p17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79" name="Google Shape;279;p17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0" name="Google Shape;280;p17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1" name="Google Shape;281;p17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2" name="Google Shape;282;p17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3" name="Google Shape;283;p17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4" name="Google Shape;284;p17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7" name="Google Shape;287;p17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8" name="Google Shape;288;p17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89" name="Google Shape;289;p17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0" name="Google Shape;290;p17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1" name="Google Shape;291;p17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2" name="Google Shape;292;p17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3" name="Google Shape;293;p17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4" name="Google Shape;294;p17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5" name="Google Shape;295;p17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6" name="Google Shape;296;p17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7" name="Google Shape;297;p17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8" name="Google Shape;298;p17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99" name="Google Shape;299;p17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00" name="Google Shape;300;p17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1" name="Google Shape;301;p17"/>
          <p:cNvSpPr txBox="1"/>
          <p:nvPr>
            <p:ph idx="1" type="body"/>
          </p:nvPr>
        </p:nvSpPr>
        <p:spPr>
          <a:xfrm>
            <a:off x="713160" y="1187640"/>
            <a:ext cx="77173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302" name="Google Shape;302;p17"/>
          <p:cNvGrpSpPr/>
          <p:nvPr/>
        </p:nvGrpSpPr>
        <p:grpSpPr>
          <a:xfrm>
            <a:off x="8608860" y="-619740"/>
            <a:ext cx="296460" cy="1823220"/>
            <a:chOff x="8608860" y="-619740"/>
            <a:chExt cx="296460" cy="1823220"/>
          </a:xfrm>
        </p:grpSpPr>
        <p:sp>
          <p:nvSpPr>
            <p:cNvPr id="303" name="Google Shape;303;p17"/>
            <p:cNvSpPr/>
            <p:nvPr/>
          </p:nvSpPr>
          <p:spPr>
            <a:xfrm flipH="1" rot="5400000">
              <a:off x="7822080" y="16740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4" name="Google Shape;304;p17"/>
            <p:cNvSpPr/>
            <p:nvPr/>
          </p:nvSpPr>
          <p:spPr>
            <a:xfrm flipH="1" rot="5400000">
              <a:off x="8813880" y="515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5" name="Google Shape;305;p17"/>
            <p:cNvSpPr/>
            <p:nvPr/>
          </p:nvSpPr>
          <p:spPr>
            <a:xfrm flipH="1" rot="5400000">
              <a:off x="8838000" y="53928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6" name="Google Shape;306;p17"/>
            <p:cNvSpPr/>
            <p:nvPr/>
          </p:nvSpPr>
          <p:spPr>
            <a:xfrm flipH="1" rot="5400000">
              <a:off x="8714160" y="11120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7" name="Google Shape;307;p17"/>
            <p:cNvSpPr/>
            <p:nvPr/>
          </p:nvSpPr>
          <p:spPr>
            <a:xfrm flipH="1" rot="5400000">
              <a:off x="8738280" y="11354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8" name="Google Shape;308;p17"/>
            <p:cNvSpPr/>
            <p:nvPr/>
          </p:nvSpPr>
          <p:spPr>
            <a:xfrm flipH="1" rot="5400000">
              <a:off x="8204040" y="-14004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09" name="Google Shape;309;p17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310" name="Google Shape;310;p17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311" name="Google Shape;311;p17"/>
            <p:cNvSpPr/>
            <p:nvPr/>
          </p:nvSpPr>
          <p:spPr>
            <a:xfrm flipH="1" rot="10800000">
              <a:off x="8185320" y="47239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2" name="Google Shape;312;p17"/>
            <p:cNvSpPr/>
            <p:nvPr/>
          </p:nvSpPr>
          <p:spPr>
            <a:xfrm flipH="1" rot="10800000">
              <a:off x="8086320" y="48290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3" name="Google Shape;313;p17"/>
            <p:cNvSpPr/>
            <p:nvPr/>
          </p:nvSpPr>
          <p:spPr>
            <a:xfrm flipH="1" rot="10800000">
              <a:off x="8110440" y="48538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14" name="Google Shape;314;p17"/>
          <p:cNvGrpSpPr/>
          <p:nvPr/>
        </p:nvGrpSpPr>
        <p:grpSpPr>
          <a:xfrm>
            <a:off x="-243000" y="160560"/>
            <a:ext cx="1105560" cy="133560"/>
            <a:chOff x="-243000" y="160560"/>
            <a:chExt cx="1105560" cy="133560"/>
          </a:xfrm>
        </p:grpSpPr>
        <p:grpSp>
          <p:nvGrpSpPr>
            <p:cNvPr id="315" name="Google Shape;315;p17"/>
            <p:cNvGrpSpPr/>
            <p:nvPr/>
          </p:nvGrpSpPr>
          <p:grpSpPr>
            <a:xfrm>
              <a:off x="-243000" y="243360"/>
              <a:ext cx="883080" cy="50760"/>
              <a:chOff x="-243000" y="243360"/>
              <a:chExt cx="883080" cy="50760"/>
            </a:xfrm>
          </p:grpSpPr>
          <p:sp>
            <p:nvSpPr>
              <p:cNvPr id="316" name="Google Shape;316;p17"/>
              <p:cNvSpPr/>
              <p:nvPr/>
            </p:nvSpPr>
            <p:spPr>
              <a:xfrm>
                <a:off x="-2430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17" name="Google Shape;317;p17"/>
              <p:cNvSpPr/>
              <p:nvPr/>
            </p:nvSpPr>
            <p:spPr>
              <a:xfrm>
                <a:off x="-1504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18" name="Google Shape;318;p17"/>
              <p:cNvSpPr/>
              <p:nvPr/>
            </p:nvSpPr>
            <p:spPr>
              <a:xfrm>
                <a:off x="-579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19" name="Google Shape;319;p17"/>
              <p:cNvSpPr/>
              <p:nvPr/>
            </p:nvSpPr>
            <p:spPr>
              <a:xfrm>
                <a:off x="342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20" name="Google Shape;320;p17"/>
              <p:cNvSpPr/>
              <p:nvPr/>
            </p:nvSpPr>
            <p:spPr>
              <a:xfrm>
                <a:off x="1267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21" name="Google Shape;321;p17"/>
              <p:cNvSpPr/>
              <p:nvPr/>
            </p:nvSpPr>
            <p:spPr>
              <a:xfrm>
                <a:off x="21924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22" name="Google Shape;322;p17"/>
              <p:cNvSpPr/>
              <p:nvPr/>
            </p:nvSpPr>
            <p:spPr>
              <a:xfrm>
                <a:off x="3117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23" name="Google Shape;323;p17"/>
              <p:cNvSpPr/>
              <p:nvPr/>
            </p:nvSpPr>
            <p:spPr>
              <a:xfrm>
                <a:off x="4042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24" name="Google Shape;324;p17"/>
              <p:cNvSpPr/>
              <p:nvPr/>
            </p:nvSpPr>
            <p:spPr>
              <a:xfrm>
                <a:off x="4968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25" name="Google Shape;325;p17"/>
              <p:cNvSpPr/>
              <p:nvPr/>
            </p:nvSpPr>
            <p:spPr>
              <a:xfrm>
                <a:off x="5893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326" name="Google Shape;326;p17"/>
            <p:cNvGrpSpPr/>
            <p:nvPr/>
          </p:nvGrpSpPr>
          <p:grpSpPr>
            <a:xfrm>
              <a:off x="-20520" y="160560"/>
              <a:ext cx="883080" cy="50760"/>
              <a:chOff x="-20520" y="160560"/>
              <a:chExt cx="883080" cy="50760"/>
            </a:xfrm>
          </p:grpSpPr>
          <p:sp>
            <p:nvSpPr>
              <p:cNvPr id="327" name="Google Shape;327;p17"/>
              <p:cNvSpPr/>
              <p:nvPr/>
            </p:nvSpPr>
            <p:spPr>
              <a:xfrm>
                <a:off x="-20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28" name="Google Shape;328;p17"/>
              <p:cNvSpPr/>
              <p:nvPr/>
            </p:nvSpPr>
            <p:spPr>
              <a:xfrm>
                <a:off x="720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29" name="Google Shape;329;p17"/>
              <p:cNvSpPr/>
              <p:nvPr/>
            </p:nvSpPr>
            <p:spPr>
              <a:xfrm>
                <a:off x="164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25704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31" name="Google Shape;331;p17"/>
              <p:cNvSpPr/>
              <p:nvPr/>
            </p:nvSpPr>
            <p:spPr>
              <a:xfrm>
                <a:off x="3495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32" name="Google Shape;332;p17"/>
              <p:cNvSpPr/>
              <p:nvPr/>
            </p:nvSpPr>
            <p:spPr>
              <a:xfrm>
                <a:off x="4420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33" name="Google Shape;333;p17"/>
              <p:cNvSpPr/>
              <p:nvPr/>
            </p:nvSpPr>
            <p:spPr>
              <a:xfrm>
                <a:off x="5346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34" name="Google Shape;334;p17"/>
              <p:cNvSpPr/>
              <p:nvPr/>
            </p:nvSpPr>
            <p:spPr>
              <a:xfrm>
                <a:off x="6267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35" name="Google Shape;335;p17"/>
              <p:cNvSpPr/>
              <p:nvPr/>
            </p:nvSpPr>
            <p:spPr>
              <a:xfrm>
                <a:off x="7192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36" name="Google Shape;336;p17"/>
              <p:cNvSpPr/>
              <p:nvPr/>
            </p:nvSpPr>
            <p:spPr>
              <a:xfrm>
                <a:off x="8118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337" name="Google Shape;337;p17"/>
          <p:cNvSpPr/>
          <p:nvPr/>
        </p:nvSpPr>
        <p:spPr>
          <a:xfrm>
            <a:off x="-1568520" y="336348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38" name="Google Shape;338;p17"/>
          <p:cNvSpPr/>
          <p:nvPr/>
        </p:nvSpPr>
        <p:spPr>
          <a:xfrm rot="10800000">
            <a:off x="360" y="38592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>
  <p:cSld name="BLANK_2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1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41" name="Google Shape;341;p18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2" name="Google Shape;342;p18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3" name="Google Shape;343;p18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4" name="Google Shape;344;p18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5" name="Google Shape;345;p18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6" name="Google Shape;346;p18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7" name="Google Shape;347;p18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8" name="Google Shape;348;p18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9" name="Google Shape;349;p18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0" name="Google Shape;350;p18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1" name="Google Shape;351;p18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2" name="Google Shape;352;p18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3" name="Google Shape;353;p18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4" name="Google Shape;354;p18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5" name="Google Shape;355;p18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6" name="Google Shape;356;p18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7" name="Google Shape;357;p18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8" name="Google Shape;358;p18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9" name="Google Shape;359;p18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0" name="Google Shape;360;p18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1" name="Google Shape;361;p18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2" name="Google Shape;362;p18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3" name="Google Shape;363;p18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4" name="Google Shape;364;p18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5" name="Google Shape;365;p18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6" name="Google Shape;366;p18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7" name="Google Shape;367;p18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0" name="Google Shape;370;p18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1" name="Google Shape;371;p18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2" name="Google Shape;372;p18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3" name="Google Shape;373;p18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4" name="Google Shape;374;p18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5" name="Google Shape;375;p18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379" name="Google Shape;379;p18"/>
          <p:cNvSpPr txBox="1"/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0" name="Google Shape;380;p18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200" u="none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b="0" lang="iw" sz="1200" u="none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lang="iw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iw" sz="1200" u="sng" strike="noStrike">
                <a:solidFill>
                  <a:schemeClr val="hlink"/>
                </a:solidFill>
                <a:latin typeface="PT Sans"/>
                <a:ea typeface="PT Sans"/>
                <a:cs typeface="PT Sans"/>
                <a:sym typeface="PT Sans"/>
                <a:hlinkClick r:id="rId2"/>
              </a:rPr>
              <a:t>Slidesgo</a:t>
            </a:r>
            <a:r>
              <a:rPr b="0" lang="iw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b="1" lang="iw" sz="1200" u="sng" strike="noStrike">
                <a:solidFill>
                  <a:schemeClr val="hlink"/>
                </a:solidFill>
                <a:latin typeface="PT Sans"/>
                <a:ea typeface="PT Sans"/>
                <a:cs typeface="PT Sans"/>
                <a:sym typeface="PT Sans"/>
                <a:hlinkClick r:id="rId3"/>
              </a:rPr>
              <a:t>Freepik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1" name="Google Shape;381;p18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382" name="Google Shape;382;p18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383" name="Google Shape;383;p18"/>
            <p:cNvSpPr/>
            <p:nvPr/>
          </p:nvSpPr>
          <p:spPr>
            <a:xfrm rot="-5400000">
              <a:off x="348840" y="25848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384" name="Google Shape;384;p18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385" name="Google Shape;385;p18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86" name="Google Shape;386;p18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87" name="Google Shape;387;p18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88" name="Google Shape;388;p18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89" name="Google Shape;389;p18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390" name="Google Shape;390;p18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391" name="Google Shape;391;p18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392" name="Google Shape;392;p18"/>
            <p:cNvSpPr/>
            <p:nvPr/>
          </p:nvSpPr>
          <p:spPr>
            <a:xfrm>
              <a:off x="2712240" y="50277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4047840" y="51915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4071960" y="52160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2619000" y="498132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6" name="Google Shape;396;p18"/>
            <p:cNvSpPr/>
            <p:nvPr/>
          </p:nvSpPr>
          <p:spPr>
            <a:xfrm>
              <a:off x="2642760" y="5006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397" name="Google Shape;397;p18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398" name="Google Shape;398;p18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9" name="Google Shape;399;p18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1" name="Google Shape;401;p18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2" name="Google Shape;402;p18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03" name="Google Shape;403;p18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404" name="Google Shape;404;p18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06" name="Google Shape;406;p18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407" name="Google Shape;407;p18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8" name="Google Shape;408;p18"/>
            <p:cNvSpPr/>
            <p:nvPr/>
          </p:nvSpPr>
          <p:spPr>
            <a:xfrm flipH="1">
              <a:off x="1202040" y="43131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9" name="Google Shape;409;p18"/>
            <p:cNvSpPr/>
            <p:nvPr/>
          </p:nvSpPr>
          <p:spPr>
            <a:xfrm flipH="1">
              <a:off x="1225080" y="43380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10" name="Google Shape;410;p18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11" name="Google Shape;411;p18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412" name="Google Shape;412;p18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413" name="Google Shape;413;p18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5" name="Google Shape;415;p18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6" name="Google Shape;416;p18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7" name="Google Shape;417;p18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8" name="Google Shape;418;p18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19" name="Google Shape;419;p18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0" name="Google Shape;420;p18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1" name="Google Shape;421;p18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2" name="Google Shape;422;p18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423" name="Google Shape;423;p18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424" name="Google Shape;424;p18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5" name="Google Shape;425;p18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6" name="Google Shape;426;p18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7" name="Google Shape;427;p18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8" name="Google Shape;428;p18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29" name="Google Shape;429;p18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30" name="Google Shape;430;p18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31" name="Google Shape;431;p18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32" name="Google Shape;432;p18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33" name="Google Shape;433;p18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434" name="Google Shape;434;p18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435" name="Google Shape;435;p18"/>
          <p:cNvGrpSpPr/>
          <p:nvPr/>
        </p:nvGrpSpPr>
        <p:grpSpPr>
          <a:xfrm>
            <a:off x="7935840" y="-377820"/>
            <a:ext cx="296100" cy="1822500"/>
            <a:chOff x="7935840" y="-377820"/>
            <a:chExt cx="296100" cy="1822500"/>
          </a:xfrm>
        </p:grpSpPr>
        <p:sp>
          <p:nvSpPr>
            <p:cNvPr id="436" name="Google Shape;436;p18"/>
            <p:cNvSpPr/>
            <p:nvPr/>
          </p:nvSpPr>
          <p:spPr>
            <a:xfrm rot="-5400000">
              <a:off x="7295040" y="4089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7" name="Google Shape;437;p18"/>
            <p:cNvSpPr/>
            <p:nvPr/>
          </p:nvSpPr>
          <p:spPr>
            <a:xfrm rot="-5400000">
              <a:off x="7935840" y="7570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8" name="Google Shape;438;p18"/>
            <p:cNvSpPr/>
            <p:nvPr/>
          </p:nvSpPr>
          <p:spPr>
            <a:xfrm rot="-5400000">
              <a:off x="7960320" y="78120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9" name="Google Shape;439;p18"/>
            <p:cNvSpPr/>
            <p:nvPr/>
          </p:nvSpPr>
          <p:spPr>
            <a:xfrm rot="-5400000">
              <a:off x="8035560" y="1353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0" name="Google Shape;440;p18"/>
            <p:cNvSpPr/>
            <p:nvPr/>
          </p:nvSpPr>
          <p:spPr>
            <a:xfrm rot="-5400000">
              <a:off x="8060040" y="1377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1" name="Google Shape;441;p18"/>
            <p:cNvSpPr/>
            <p:nvPr/>
          </p:nvSpPr>
          <p:spPr>
            <a:xfrm rot="-5400000">
              <a:off x="7502400" y="10188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442" name="Google Shape;442;p18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443" name="Google Shape;443;p18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444" name="Google Shape;444;p18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5" name="Google Shape;445;p18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6" name="Google Shape;446;p18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7" name="Google Shape;447;p18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8" name="Google Shape;448;p18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49" name="Google Shape;449;p18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50" name="Google Shape;450;p18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51" name="Google Shape;451;p18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52" name="Google Shape;452;p18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53" name="Google Shape;453;p18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454" name="Google Shape;454;p18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455" name="Google Shape;455;p18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56" name="Google Shape;456;p18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57" name="Google Shape;457;p18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58" name="Google Shape;458;p18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59" name="Google Shape;459;p18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60" name="Google Shape;460;p18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61" name="Google Shape;461;p18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62" name="Google Shape;462;p18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63" name="Google Shape;463;p18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464" name="Google Shape;464;p18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465" name="Google Shape;465;p18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466" name="Google Shape;466;p18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7" name="Google Shape;467;p18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8" name="Google Shape;468;p18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9" name="Google Shape;469;p18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2" name="Google Shape;472;p18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3" name="Google Shape;473;p18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6" name="Google Shape;476;p18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7" name="Google Shape;477;p18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8" name="Google Shape;478;p18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9" name="Google Shape;479;p18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80" name="Google Shape;480;p18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20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484" name="Google Shape;484;p20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4" name="Google Shape;494;p20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5" name="Google Shape;495;p20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6" name="Google Shape;496;p20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7" name="Google Shape;497;p20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8" name="Google Shape;498;p20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99" name="Google Shape;499;p20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0" name="Google Shape;500;p20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1" name="Google Shape;501;p20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2" name="Google Shape;502;p20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3" name="Google Shape;503;p20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4" name="Google Shape;504;p20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5" name="Google Shape;505;p20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6" name="Google Shape;506;p20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7" name="Google Shape;507;p20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8" name="Google Shape;508;p20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09" name="Google Shape;509;p20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0" name="Google Shape;510;p20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1" name="Google Shape;511;p20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2" name="Google Shape;512;p20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3" name="Google Shape;513;p20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4" name="Google Shape;514;p20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5" name="Google Shape;515;p20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6" name="Google Shape;516;p20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7" name="Google Shape;517;p20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8" name="Google Shape;518;p20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19" name="Google Shape;519;p20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0" name="Google Shape;520;p20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21" name="Google Shape;521;p20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22" name="Google Shape;522;p20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3" name="Google Shape;523;p20"/>
          <p:cNvSpPr txBox="1"/>
          <p:nvPr>
            <p:ph idx="2" type="title"/>
          </p:nvPr>
        </p:nvSpPr>
        <p:spPr>
          <a:xfrm>
            <a:off x="776520" y="1982520"/>
            <a:ext cx="22330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4" name="Google Shape;524;p20"/>
          <p:cNvSpPr txBox="1"/>
          <p:nvPr>
            <p:ph idx="3" type="title"/>
          </p:nvPr>
        </p:nvSpPr>
        <p:spPr>
          <a:xfrm>
            <a:off x="776520" y="1345320"/>
            <a:ext cx="223308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5" name="Google Shape;525;p20"/>
          <p:cNvSpPr txBox="1"/>
          <p:nvPr>
            <p:ph idx="4" type="title"/>
          </p:nvPr>
        </p:nvSpPr>
        <p:spPr>
          <a:xfrm>
            <a:off x="3471120" y="1982520"/>
            <a:ext cx="2201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6" name="Google Shape;526;p20"/>
          <p:cNvSpPr txBox="1"/>
          <p:nvPr>
            <p:ph idx="5" type="title"/>
          </p:nvPr>
        </p:nvSpPr>
        <p:spPr>
          <a:xfrm>
            <a:off x="3471120" y="1345320"/>
            <a:ext cx="220140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7" name="Google Shape;527;p20"/>
          <p:cNvSpPr txBox="1"/>
          <p:nvPr>
            <p:ph idx="6" type="title"/>
          </p:nvPr>
        </p:nvSpPr>
        <p:spPr>
          <a:xfrm>
            <a:off x="6149880" y="1982520"/>
            <a:ext cx="2201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8" name="Google Shape;528;p20"/>
          <p:cNvSpPr txBox="1"/>
          <p:nvPr>
            <p:ph idx="7" type="title"/>
          </p:nvPr>
        </p:nvSpPr>
        <p:spPr>
          <a:xfrm>
            <a:off x="6149880" y="1345320"/>
            <a:ext cx="220140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9" name="Google Shape;529;p20"/>
          <p:cNvSpPr txBox="1"/>
          <p:nvPr>
            <p:ph idx="8" type="title"/>
          </p:nvPr>
        </p:nvSpPr>
        <p:spPr>
          <a:xfrm>
            <a:off x="776520" y="3618000"/>
            <a:ext cx="223308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0" name="Google Shape;530;p20"/>
          <p:cNvSpPr txBox="1"/>
          <p:nvPr>
            <p:ph idx="9" type="title"/>
          </p:nvPr>
        </p:nvSpPr>
        <p:spPr>
          <a:xfrm>
            <a:off x="776520" y="2980800"/>
            <a:ext cx="223308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1" name="Google Shape;531;p20"/>
          <p:cNvSpPr txBox="1"/>
          <p:nvPr>
            <p:ph idx="13" type="title"/>
          </p:nvPr>
        </p:nvSpPr>
        <p:spPr>
          <a:xfrm>
            <a:off x="3471120" y="3618000"/>
            <a:ext cx="2201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2" name="Google Shape;532;p20"/>
          <p:cNvSpPr txBox="1"/>
          <p:nvPr>
            <p:ph idx="14" type="title"/>
          </p:nvPr>
        </p:nvSpPr>
        <p:spPr>
          <a:xfrm>
            <a:off x="3471120" y="2980800"/>
            <a:ext cx="220140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3" name="Google Shape;533;p20"/>
          <p:cNvSpPr txBox="1"/>
          <p:nvPr>
            <p:ph idx="15" type="title"/>
          </p:nvPr>
        </p:nvSpPr>
        <p:spPr>
          <a:xfrm>
            <a:off x="6149880" y="3618000"/>
            <a:ext cx="220140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4" name="Google Shape;534;p20"/>
          <p:cNvSpPr txBox="1"/>
          <p:nvPr>
            <p:ph idx="16" type="title"/>
          </p:nvPr>
        </p:nvSpPr>
        <p:spPr>
          <a:xfrm>
            <a:off x="6149880" y="2980800"/>
            <a:ext cx="2201400" cy="4845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535" name="Google Shape;535;p20"/>
          <p:cNvGrpSpPr/>
          <p:nvPr/>
        </p:nvGrpSpPr>
        <p:grpSpPr>
          <a:xfrm>
            <a:off x="8154720" y="4796280"/>
            <a:ext cx="552600" cy="98640"/>
            <a:chOff x="8154720" y="4796280"/>
            <a:chExt cx="552600" cy="98640"/>
          </a:xfrm>
        </p:grpSpPr>
        <p:sp>
          <p:nvSpPr>
            <p:cNvPr id="536" name="Google Shape;536;p20"/>
            <p:cNvSpPr/>
            <p:nvPr/>
          </p:nvSpPr>
          <p:spPr>
            <a:xfrm rot="5400000">
              <a:off x="8608680" y="47962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7" name="Google Shape;537;p20"/>
            <p:cNvSpPr/>
            <p:nvPr/>
          </p:nvSpPr>
          <p:spPr>
            <a:xfrm rot="5400000">
              <a:off x="8635320" y="48232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8" name="Google Shape;538;p20"/>
            <p:cNvSpPr/>
            <p:nvPr/>
          </p:nvSpPr>
          <p:spPr>
            <a:xfrm rot="5400000">
              <a:off x="8154720" y="4799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9" name="Google Shape;539;p20"/>
            <p:cNvSpPr/>
            <p:nvPr/>
          </p:nvSpPr>
          <p:spPr>
            <a:xfrm rot="5400000">
              <a:off x="8178840" y="48232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0" name="Google Shape;540;p20"/>
            <p:cNvSpPr/>
            <p:nvPr/>
          </p:nvSpPr>
          <p:spPr>
            <a:xfrm rot="5400000">
              <a:off x="8430840" y="46605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41" name="Google Shape;541;p20"/>
          <p:cNvSpPr/>
          <p:nvPr/>
        </p:nvSpPr>
        <p:spPr>
          <a:xfrm>
            <a:off x="0" y="21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542" name="Google Shape;542;p20"/>
          <p:cNvGrpSpPr/>
          <p:nvPr/>
        </p:nvGrpSpPr>
        <p:grpSpPr>
          <a:xfrm>
            <a:off x="172260" y="2700"/>
            <a:ext cx="241560" cy="882360"/>
            <a:chOff x="172260" y="2700"/>
            <a:chExt cx="241560" cy="882360"/>
          </a:xfrm>
        </p:grpSpPr>
        <p:sp>
          <p:nvSpPr>
            <p:cNvPr id="543" name="Google Shape;543;p20"/>
            <p:cNvSpPr/>
            <p:nvPr/>
          </p:nvSpPr>
          <p:spPr>
            <a:xfrm rot="-5400000">
              <a:off x="217080" y="6883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4" name="Google Shape;544;p20"/>
            <p:cNvSpPr/>
            <p:nvPr/>
          </p:nvSpPr>
          <p:spPr>
            <a:xfrm rot="-5400000">
              <a:off x="217800" y="54180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5" name="Google Shape;545;p20"/>
            <p:cNvSpPr/>
            <p:nvPr/>
          </p:nvSpPr>
          <p:spPr>
            <a:xfrm rot="-5400000">
              <a:off x="217800" y="395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6" name="Google Shape;546;p20"/>
            <p:cNvSpPr/>
            <p:nvPr/>
          </p:nvSpPr>
          <p:spPr>
            <a:xfrm rot="-5400000">
              <a:off x="217800" y="249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7" name="Google Shape;547;p20"/>
            <p:cNvSpPr/>
            <p:nvPr/>
          </p:nvSpPr>
          <p:spPr>
            <a:xfrm rot="-5400000">
              <a:off x="217800" y="1029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8" name="Google Shape;548;p20"/>
            <p:cNvSpPr/>
            <p:nvPr/>
          </p:nvSpPr>
          <p:spPr>
            <a:xfrm rot="-5400000">
              <a:off x="217800" y="-428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549" name="Google Shape;549;p20"/>
          <p:cNvSpPr/>
          <p:nvPr/>
        </p:nvSpPr>
        <p:spPr>
          <a:xfrm flipH="1" rot="5400000">
            <a:off x="8215560" y="-3348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550" name="Google Shape;550;p20"/>
          <p:cNvGrpSpPr/>
          <p:nvPr/>
        </p:nvGrpSpPr>
        <p:grpSpPr>
          <a:xfrm>
            <a:off x="-255960" y="4796280"/>
            <a:ext cx="1105560" cy="133560"/>
            <a:chOff x="-255960" y="4796280"/>
            <a:chExt cx="1105560" cy="133560"/>
          </a:xfrm>
        </p:grpSpPr>
        <p:grpSp>
          <p:nvGrpSpPr>
            <p:cNvPr id="551" name="Google Shape;551;p20"/>
            <p:cNvGrpSpPr/>
            <p:nvPr/>
          </p:nvGrpSpPr>
          <p:grpSpPr>
            <a:xfrm>
              <a:off x="-255960" y="4879080"/>
              <a:ext cx="883080" cy="50760"/>
              <a:chOff x="-255960" y="4879080"/>
              <a:chExt cx="883080" cy="50760"/>
            </a:xfrm>
          </p:grpSpPr>
          <p:sp>
            <p:nvSpPr>
              <p:cNvPr id="552" name="Google Shape;552;p20"/>
              <p:cNvSpPr/>
              <p:nvPr/>
            </p:nvSpPr>
            <p:spPr>
              <a:xfrm>
                <a:off x="-2559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3" name="Google Shape;553;p20"/>
              <p:cNvSpPr/>
              <p:nvPr/>
            </p:nvSpPr>
            <p:spPr>
              <a:xfrm>
                <a:off x="-1634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4" name="Google Shape;554;p20"/>
              <p:cNvSpPr/>
              <p:nvPr/>
            </p:nvSpPr>
            <p:spPr>
              <a:xfrm>
                <a:off x="-7092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212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6" name="Google Shape;556;p20"/>
              <p:cNvSpPr/>
              <p:nvPr/>
            </p:nvSpPr>
            <p:spPr>
              <a:xfrm>
                <a:off x="1137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7" name="Google Shape;557;p20"/>
              <p:cNvSpPr/>
              <p:nvPr/>
            </p:nvSpPr>
            <p:spPr>
              <a:xfrm>
                <a:off x="20628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8" name="Google Shape;558;p20"/>
              <p:cNvSpPr/>
              <p:nvPr/>
            </p:nvSpPr>
            <p:spPr>
              <a:xfrm>
                <a:off x="29880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59" name="Google Shape;559;p20"/>
              <p:cNvSpPr/>
              <p:nvPr/>
            </p:nvSpPr>
            <p:spPr>
              <a:xfrm>
                <a:off x="39132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0" name="Google Shape;560;p20"/>
              <p:cNvSpPr/>
              <p:nvPr/>
            </p:nvSpPr>
            <p:spPr>
              <a:xfrm>
                <a:off x="48384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1" name="Google Shape;561;p20"/>
              <p:cNvSpPr/>
              <p:nvPr/>
            </p:nvSpPr>
            <p:spPr>
              <a:xfrm>
                <a:off x="576360" y="48790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562" name="Google Shape;562;p20"/>
            <p:cNvGrpSpPr/>
            <p:nvPr/>
          </p:nvGrpSpPr>
          <p:grpSpPr>
            <a:xfrm>
              <a:off x="-33480" y="4796280"/>
              <a:ext cx="883080" cy="50760"/>
              <a:chOff x="-33480" y="4796280"/>
              <a:chExt cx="883080" cy="50760"/>
            </a:xfrm>
          </p:grpSpPr>
          <p:sp>
            <p:nvSpPr>
              <p:cNvPr id="563" name="Google Shape;563;p20"/>
              <p:cNvSpPr/>
              <p:nvPr/>
            </p:nvSpPr>
            <p:spPr>
              <a:xfrm>
                <a:off x="-3348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>
                <a:off x="590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5" name="Google Shape;565;p20"/>
              <p:cNvSpPr/>
              <p:nvPr/>
            </p:nvSpPr>
            <p:spPr>
              <a:xfrm>
                <a:off x="15156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6" name="Google Shape;566;p20"/>
              <p:cNvSpPr/>
              <p:nvPr/>
            </p:nvSpPr>
            <p:spPr>
              <a:xfrm>
                <a:off x="24408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7" name="Google Shape;567;p20"/>
              <p:cNvSpPr/>
              <p:nvPr/>
            </p:nvSpPr>
            <p:spPr>
              <a:xfrm>
                <a:off x="33660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8" name="Google Shape;568;p20"/>
              <p:cNvSpPr/>
              <p:nvPr/>
            </p:nvSpPr>
            <p:spPr>
              <a:xfrm>
                <a:off x="42912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69" name="Google Shape;569;p20"/>
              <p:cNvSpPr/>
              <p:nvPr/>
            </p:nvSpPr>
            <p:spPr>
              <a:xfrm>
                <a:off x="5216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0" name="Google Shape;570;p20"/>
              <p:cNvSpPr/>
              <p:nvPr/>
            </p:nvSpPr>
            <p:spPr>
              <a:xfrm>
                <a:off x="61380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1" name="Google Shape;571;p20"/>
              <p:cNvSpPr/>
              <p:nvPr/>
            </p:nvSpPr>
            <p:spPr>
              <a:xfrm>
                <a:off x="70632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2" name="Google Shape;572;p20"/>
              <p:cNvSpPr/>
              <p:nvPr/>
            </p:nvSpPr>
            <p:spPr>
              <a:xfrm>
                <a:off x="798840" y="47962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573" name="Google Shape;573;p20"/>
          <p:cNvGrpSpPr/>
          <p:nvPr/>
        </p:nvGrpSpPr>
        <p:grpSpPr>
          <a:xfrm>
            <a:off x="8290080" y="239760"/>
            <a:ext cx="1105560" cy="133920"/>
            <a:chOff x="8290080" y="239760"/>
            <a:chExt cx="1105560" cy="133920"/>
          </a:xfrm>
        </p:grpSpPr>
        <p:grpSp>
          <p:nvGrpSpPr>
            <p:cNvPr id="574" name="Google Shape;574;p20"/>
            <p:cNvGrpSpPr/>
            <p:nvPr/>
          </p:nvGrpSpPr>
          <p:grpSpPr>
            <a:xfrm>
              <a:off x="8290080" y="322920"/>
              <a:ext cx="883080" cy="50760"/>
              <a:chOff x="8290080" y="322920"/>
              <a:chExt cx="883080" cy="50760"/>
            </a:xfrm>
          </p:grpSpPr>
          <p:sp>
            <p:nvSpPr>
              <p:cNvPr id="575" name="Google Shape;575;p20"/>
              <p:cNvSpPr/>
              <p:nvPr/>
            </p:nvSpPr>
            <p:spPr>
              <a:xfrm>
                <a:off x="829008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6" name="Google Shape;576;p20"/>
              <p:cNvSpPr/>
              <p:nvPr/>
            </p:nvSpPr>
            <p:spPr>
              <a:xfrm>
                <a:off x="83826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7" name="Google Shape;577;p20"/>
              <p:cNvSpPr/>
              <p:nvPr/>
            </p:nvSpPr>
            <p:spPr>
              <a:xfrm>
                <a:off x="847512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8" name="Google Shape;578;p20"/>
              <p:cNvSpPr/>
              <p:nvPr/>
            </p:nvSpPr>
            <p:spPr>
              <a:xfrm>
                <a:off x="856764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79" name="Google Shape;579;p20"/>
              <p:cNvSpPr/>
              <p:nvPr/>
            </p:nvSpPr>
            <p:spPr>
              <a:xfrm>
                <a:off x="86598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80" name="Google Shape;580;p20"/>
              <p:cNvSpPr/>
              <p:nvPr/>
            </p:nvSpPr>
            <p:spPr>
              <a:xfrm>
                <a:off x="875232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81" name="Google Shape;581;p20"/>
              <p:cNvSpPr/>
              <p:nvPr/>
            </p:nvSpPr>
            <p:spPr>
              <a:xfrm>
                <a:off x="884484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82" name="Google Shape;582;p20"/>
              <p:cNvSpPr/>
              <p:nvPr/>
            </p:nvSpPr>
            <p:spPr>
              <a:xfrm>
                <a:off x="893736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83" name="Google Shape;583;p20"/>
              <p:cNvSpPr/>
              <p:nvPr/>
            </p:nvSpPr>
            <p:spPr>
              <a:xfrm>
                <a:off x="902988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84" name="Google Shape;584;p20"/>
              <p:cNvSpPr/>
              <p:nvPr/>
            </p:nvSpPr>
            <p:spPr>
              <a:xfrm>
                <a:off x="9122400" y="322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585" name="Google Shape;585;p20"/>
            <p:cNvGrpSpPr/>
            <p:nvPr/>
          </p:nvGrpSpPr>
          <p:grpSpPr>
            <a:xfrm>
              <a:off x="8512920" y="239760"/>
              <a:ext cx="882720" cy="50760"/>
              <a:chOff x="8512920" y="239760"/>
              <a:chExt cx="882720" cy="50760"/>
            </a:xfrm>
          </p:grpSpPr>
          <p:sp>
            <p:nvSpPr>
              <p:cNvPr id="586" name="Google Shape;586;p20"/>
              <p:cNvSpPr/>
              <p:nvPr/>
            </p:nvSpPr>
            <p:spPr>
              <a:xfrm>
                <a:off x="851292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87" name="Google Shape;587;p20"/>
              <p:cNvSpPr/>
              <p:nvPr/>
            </p:nvSpPr>
            <p:spPr>
              <a:xfrm>
                <a:off x="86050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88" name="Google Shape;588;p20"/>
              <p:cNvSpPr/>
              <p:nvPr/>
            </p:nvSpPr>
            <p:spPr>
              <a:xfrm>
                <a:off x="869760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89" name="Google Shape;589;p20"/>
              <p:cNvSpPr/>
              <p:nvPr/>
            </p:nvSpPr>
            <p:spPr>
              <a:xfrm>
                <a:off x="879012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90" name="Google Shape;590;p20"/>
              <p:cNvSpPr/>
              <p:nvPr/>
            </p:nvSpPr>
            <p:spPr>
              <a:xfrm>
                <a:off x="888264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91" name="Google Shape;591;p20"/>
              <p:cNvSpPr/>
              <p:nvPr/>
            </p:nvSpPr>
            <p:spPr>
              <a:xfrm>
                <a:off x="897516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92" name="Google Shape;592;p20"/>
              <p:cNvSpPr/>
              <p:nvPr/>
            </p:nvSpPr>
            <p:spPr>
              <a:xfrm>
                <a:off x="90676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93" name="Google Shape;593;p20"/>
              <p:cNvSpPr/>
              <p:nvPr/>
            </p:nvSpPr>
            <p:spPr>
              <a:xfrm>
                <a:off x="916020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94" name="Google Shape;594;p20"/>
              <p:cNvSpPr/>
              <p:nvPr/>
            </p:nvSpPr>
            <p:spPr>
              <a:xfrm>
                <a:off x="925236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595" name="Google Shape;595;p20"/>
              <p:cNvSpPr/>
              <p:nvPr/>
            </p:nvSpPr>
            <p:spPr>
              <a:xfrm>
                <a:off x="9344880" y="239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596" name="Google Shape;596;p20"/>
          <p:cNvGrpSpPr/>
          <p:nvPr/>
        </p:nvGrpSpPr>
        <p:grpSpPr>
          <a:xfrm>
            <a:off x="8749620" y="2570940"/>
            <a:ext cx="241560" cy="882720"/>
            <a:chOff x="8749620" y="2570940"/>
            <a:chExt cx="241560" cy="882720"/>
          </a:xfrm>
        </p:grpSpPr>
        <p:sp>
          <p:nvSpPr>
            <p:cNvPr id="597" name="Google Shape;597;p20"/>
            <p:cNvSpPr/>
            <p:nvPr/>
          </p:nvSpPr>
          <p:spPr>
            <a:xfrm rot="5400000">
              <a:off x="8794440" y="25261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8" name="Google Shape;598;p20"/>
            <p:cNvSpPr/>
            <p:nvPr/>
          </p:nvSpPr>
          <p:spPr>
            <a:xfrm rot="5400000">
              <a:off x="8795160" y="26726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9" name="Google Shape;599;p20"/>
            <p:cNvSpPr/>
            <p:nvPr/>
          </p:nvSpPr>
          <p:spPr>
            <a:xfrm rot="5400000">
              <a:off x="8795160" y="28188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0" name="Google Shape;600;p20"/>
            <p:cNvSpPr/>
            <p:nvPr/>
          </p:nvSpPr>
          <p:spPr>
            <a:xfrm rot="5400000">
              <a:off x="8795160" y="29653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1" name="Google Shape;601;p20"/>
            <p:cNvSpPr/>
            <p:nvPr/>
          </p:nvSpPr>
          <p:spPr>
            <a:xfrm rot="5400000">
              <a:off x="8795160" y="311148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2" name="Google Shape;602;p20"/>
            <p:cNvSpPr/>
            <p:nvPr/>
          </p:nvSpPr>
          <p:spPr>
            <a:xfrm rot="5400000">
              <a:off x="8795160" y="3257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03" name="Google Shape;603;p20"/>
          <p:cNvGrpSpPr/>
          <p:nvPr/>
        </p:nvGrpSpPr>
        <p:grpSpPr>
          <a:xfrm>
            <a:off x="1634040" y="-108000"/>
            <a:ext cx="1520640" cy="301680"/>
            <a:chOff x="1634040" y="-108000"/>
            <a:chExt cx="1520640" cy="301680"/>
          </a:xfrm>
        </p:grpSpPr>
        <p:sp>
          <p:nvSpPr>
            <p:cNvPr id="604" name="Google Shape;604;p20"/>
            <p:cNvSpPr/>
            <p:nvPr/>
          </p:nvSpPr>
          <p:spPr>
            <a:xfrm>
              <a:off x="172764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5" name="Google Shape;605;p20"/>
            <p:cNvSpPr/>
            <p:nvPr/>
          </p:nvSpPr>
          <p:spPr>
            <a:xfrm>
              <a:off x="306324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6" name="Google Shape;606;p20"/>
            <p:cNvSpPr/>
            <p:nvPr/>
          </p:nvSpPr>
          <p:spPr>
            <a:xfrm>
              <a:off x="308700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7" name="Google Shape;607;p20"/>
            <p:cNvSpPr/>
            <p:nvPr/>
          </p:nvSpPr>
          <p:spPr>
            <a:xfrm>
              <a:off x="163404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8" name="Google Shape;608;p20"/>
            <p:cNvSpPr/>
            <p:nvPr/>
          </p:nvSpPr>
          <p:spPr>
            <a:xfrm>
              <a:off x="165816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3">
  <p:cSld name="BLANK_3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0" name="Google Shape;610;p21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611" name="Google Shape;611;p21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2" name="Google Shape;612;p21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3" name="Google Shape;613;p21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4" name="Google Shape;614;p21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5" name="Google Shape;615;p21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6" name="Google Shape;616;p21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7" name="Google Shape;617;p21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8" name="Google Shape;618;p21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9" name="Google Shape;619;p21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0" name="Google Shape;620;p21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1" name="Google Shape;621;p21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2" name="Google Shape;622;p21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3" name="Google Shape;623;p21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4" name="Google Shape;624;p21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5" name="Google Shape;625;p21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6" name="Google Shape;626;p21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7" name="Google Shape;627;p21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8" name="Google Shape;628;p21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9" name="Google Shape;629;p21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0" name="Google Shape;630;p21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1" name="Google Shape;631;p21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2" name="Google Shape;632;p21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3" name="Google Shape;633;p21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4" name="Google Shape;634;p21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5" name="Google Shape;635;p21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6" name="Google Shape;636;p21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7" name="Google Shape;637;p21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8" name="Google Shape;638;p21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9" name="Google Shape;639;p21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0" name="Google Shape;640;p21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1" name="Google Shape;641;p21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2" name="Google Shape;642;p21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3" name="Google Shape;643;p21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4" name="Google Shape;644;p21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5" name="Google Shape;645;p21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6" name="Google Shape;646;p21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7" name="Google Shape;647;p21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8" name="Google Shape;648;p21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49" name="Google Shape;649;p21"/>
          <p:cNvSpPr txBox="1"/>
          <p:nvPr>
            <p:ph type="title"/>
          </p:nvPr>
        </p:nvSpPr>
        <p:spPr>
          <a:xfrm>
            <a:off x="1857960" y="3253680"/>
            <a:ext cx="5428440" cy="4341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0" name="Google Shape;650;p21"/>
          <p:cNvSpPr/>
          <p:nvPr/>
        </p:nvSpPr>
        <p:spPr>
          <a:xfrm flipH="1" rot="-5400000">
            <a:off x="348480" y="42080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651" name="Google Shape;651;p21"/>
          <p:cNvGrpSpPr/>
          <p:nvPr/>
        </p:nvGrpSpPr>
        <p:grpSpPr>
          <a:xfrm>
            <a:off x="6870600" y="-732420"/>
            <a:ext cx="296100" cy="1822860"/>
            <a:chOff x="6870600" y="-732420"/>
            <a:chExt cx="296100" cy="1822860"/>
          </a:xfrm>
        </p:grpSpPr>
        <p:sp>
          <p:nvSpPr>
            <p:cNvPr id="652" name="Google Shape;652;p21"/>
            <p:cNvSpPr/>
            <p:nvPr/>
          </p:nvSpPr>
          <p:spPr>
            <a:xfrm rot="-5400000">
              <a:off x="6229800" y="543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3" name="Google Shape;653;p21"/>
            <p:cNvSpPr/>
            <p:nvPr/>
          </p:nvSpPr>
          <p:spPr>
            <a:xfrm rot="-5400000">
              <a:off x="6870600" y="402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4" name="Google Shape;654;p21"/>
            <p:cNvSpPr/>
            <p:nvPr/>
          </p:nvSpPr>
          <p:spPr>
            <a:xfrm rot="-5400000">
              <a:off x="6895080" y="42696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5" name="Google Shape;655;p21"/>
            <p:cNvSpPr/>
            <p:nvPr/>
          </p:nvSpPr>
          <p:spPr>
            <a:xfrm rot="-5400000">
              <a:off x="6970320" y="999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6" name="Google Shape;656;p21"/>
            <p:cNvSpPr/>
            <p:nvPr/>
          </p:nvSpPr>
          <p:spPr>
            <a:xfrm rot="-5400000">
              <a:off x="6994800" y="10231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7" name="Google Shape;657;p21"/>
            <p:cNvSpPr/>
            <p:nvPr/>
          </p:nvSpPr>
          <p:spPr>
            <a:xfrm rot="-5400000">
              <a:off x="6437160" y="-25236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58" name="Google Shape;658;p21"/>
          <p:cNvSpPr/>
          <p:nvPr/>
        </p:nvSpPr>
        <p:spPr>
          <a:xfrm flipH="1">
            <a:off x="8088840" y="214524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1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659" name="Google Shape;659;p21"/>
          <p:cNvGrpSpPr/>
          <p:nvPr/>
        </p:nvGrpSpPr>
        <p:grpSpPr>
          <a:xfrm>
            <a:off x="8658720" y="2958840"/>
            <a:ext cx="1822680" cy="196200"/>
            <a:chOff x="8658720" y="2958840"/>
            <a:chExt cx="1822680" cy="196200"/>
          </a:xfrm>
        </p:grpSpPr>
        <p:sp>
          <p:nvSpPr>
            <p:cNvPr id="660" name="Google Shape;660;p21"/>
            <p:cNvSpPr/>
            <p:nvPr/>
          </p:nvSpPr>
          <p:spPr>
            <a:xfrm>
              <a:off x="8757720" y="30049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1" name="Google Shape;661;p21"/>
            <p:cNvSpPr/>
            <p:nvPr/>
          </p:nvSpPr>
          <p:spPr>
            <a:xfrm>
              <a:off x="8658720" y="2958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2" name="Google Shape;662;p21"/>
            <p:cNvSpPr/>
            <p:nvPr/>
          </p:nvSpPr>
          <p:spPr>
            <a:xfrm>
              <a:off x="8683560" y="29833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663" name="Google Shape;663;p21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64" name="Google Shape;664;p21"/>
          <p:cNvSpPr/>
          <p:nvPr/>
        </p:nvSpPr>
        <p:spPr>
          <a:xfrm>
            <a:off x="16920" y="86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665" name="Google Shape;665;p21"/>
          <p:cNvGrpSpPr/>
          <p:nvPr/>
        </p:nvGrpSpPr>
        <p:grpSpPr>
          <a:xfrm>
            <a:off x="-270720" y="314280"/>
            <a:ext cx="1520280" cy="301680"/>
            <a:chOff x="-270720" y="314280"/>
            <a:chExt cx="1520280" cy="301680"/>
          </a:xfrm>
        </p:grpSpPr>
        <p:sp>
          <p:nvSpPr>
            <p:cNvPr id="666" name="Google Shape;666;p21"/>
            <p:cNvSpPr/>
            <p:nvPr/>
          </p:nvSpPr>
          <p:spPr>
            <a:xfrm rot="-5400000">
              <a:off x="384120" y="-20268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7" name="Google Shape;667;p21"/>
            <p:cNvSpPr/>
            <p:nvPr/>
          </p:nvSpPr>
          <p:spPr>
            <a:xfrm rot="-5400000">
              <a:off x="-270720" y="3142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8" name="Google Shape;668;p21"/>
            <p:cNvSpPr/>
            <p:nvPr/>
          </p:nvSpPr>
          <p:spPr>
            <a:xfrm rot="-5400000">
              <a:off x="-246960" y="339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9" name="Google Shape;669;p21"/>
            <p:cNvSpPr/>
            <p:nvPr/>
          </p:nvSpPr>
          <p:spPr>
            <a:xfrm rot="-5400000">
              <a:off x="1158120" y="524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0" name="Google Shape;670;p21"/>
            <p:cNvSpPr/>
            <p:nvPr/>
          </p:nvSpPr>
          <p:spPr>
            <a:xfrm rot="-5400000">
              <a:off x="1182600" y="5486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71" name="Google Shape;671;p21"/>
          <p:cNvGrpSpPr/>
          <p:nvPr/>
        </p:nvGrpSpPr>
        <p:grpSpPr>
          <a:xfrm>
            <a:off x="4296600" y="4950360"/>
            <a:ext cx="1520280" cy="301680"/>
            <a:chOff x="4296600" y="4950360"/>
            <a:chExt cx="1520280" cy="301680"/>
          </a:xfrm>
        </p:grpSpPr>
        <p:sp>
          <p:nvSpPr>
            <p:cNvPr id="672" name="Google Shape;672;p21"/>
            <p:cNvSpPr/>
            <p:nvPr/>
          </p:nvSpPr>
          <p:spPr>
            <a:xfrm>
              <a:off x="4389840" y="49968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3" name="Google Shape;673;p21"/>
            <p:cNvSpPr/>
            <p:nvPr/>
          </p:nvSpPr>
          <p:spPr>
            <a:xfrm>
              <a:off x="5725440" y="5160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4" name="Google Shape;674;p21"/>
            <p:cNvSpPr/>
            <p:nvPr/>
          </p:nvSpPr>
          <p:spPr>
            <a:xfrm>
              <a:off x="5749560" y="51850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4296600" y="49503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4320360" y="49752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77" name="Google Shape;677;p21"/>
          <p:cNvGrpSpPr/>
          <p:nvPr/>
        </p:nvGrpSpPr>
        <p:grpSpPr>
          <a:xfrm>
            <a:off x="6524280" y="4402080"/>
            <a:ext cx="552600" cy="98640"/>
            <a:chOff x="6524280" y="4402080"/>
            <a:chExt cx="552600" cy="98640"/>
          </a:xfrm>
        </p:grpSpPr>
        <p:sp>
          <p:nvSpPr>
            <p:cNvPr id="678" name="Google Shape;678;p21"/>
            <p:cNvSpPr/>
            <p:nvPr/>
          </p:nvSpPr>
          <p:spPr>
            <a:xfrm rot="5400000">
              <a:off x="6978240" y="44020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9" name="Google Shape;679;p21"/>
            <p:cNvSpPr/>
            <p:nvPr/>
          </p:nvSpPr>
          <p:spPr>
            <a:xfrm rot="5400000">
              <a:off x="7004880" y="44290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0" name="Google Shape;680;p21"/>
            <p:cNvSpPr/>
            <p:nvPr/>
          </p:nvSpPr>
          <p:spPr>
            <a:xfrm rot="5400000">
              <a:off x="6524280" y="44053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1" name="Google Shape;681;p21"/>
            <p:cNvSpPr/>
            <p:nvPr/>
          </p:nvSpPr>
          <p:spPr>
            <a:xfrm rot="5400000">
              <a:off x="6548040" y="44294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2" name="Google Shape;682;p21"/>
            <p:cNvSpPr/>
            <p:nvPr/>
          </p:nvSpPr>
          <p:spPr>
            <a:xfrm rot="5400000">
              <a:off x="6800400" y="42667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83" name="Google Shape;683;p21"/>
          <p:cNvGrpSpPr/>
          <p:nvPr/>
        </p:nvGrpSpPr>
        <p:grpSpPr>
          <a:xfrm>
            <a:off x="-1414440" y="3744360"/>
            <a:ext cx="2297520" cy="347040"/>
            <a:chOff x="-1414440" y="3744360"/>
            <a:chExt cx="2297520" cy="347040"/>
          </a:xfrm>
        </p:grpSpPr>
        <p:sp>
          <p:nvSpPr>
            <p:cNvPr id="684" name="Google Shape;684;p21"/>
            <p:cNvSpPr/>
            <p:nvPr/>
          </p:nvSpPr>
          <p:spPr>
            <a:xfrm>
              <a:off x="-1414440" y="40237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5" name="Google Shape;685;p21"/>
            <p:cNvSpPr/>
            <p:nvPr/>
          </p:nvSpPr>
          <p:spPr>
            <a:xfrm>
              <a:off x="-1111320" y="37443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686" name="Google Shape;686;p21"/>
          <p:cNvGrpSpPr/>
          <p:nvPr/>
        </p:nvGrpSpPr>
        <p:grpSpPr>
          <a:xfrm>
            <a:off x="-154440" y="2431440"/>
            <a:ext cx="882360" cy="241560"/>
            <a:chOff x="-154440" y="2431440"/>
            <a:chExt cx="882360" cy="241560"/>
          </a:xfrm>
        </p:grpSpPr>
        <p:sp>
          <p:nvSpPr>
            <p:cNvPr id="687" name="Google Shape;687;p21"/>
            <p:cNvSpPr/>
            <p:nvPr/>
          </p:nvSpPr>
          <p:spPr>
            <a:xfrm rot="10800000">
              <a:off x="576000" y="24314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8" name="Google Shape;688;p21"/>
            <p:cNvSpPr/>
            <p:nvPr/>
          </p:nvSpPr>
          <p:spPr>
            <a:xfrm rot="10800000">
              <a:off x="430200" y="24314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9" name="Google Shape;689;p21"/>
            <p:cNvSpPr/>
            <p:nvPr/>
          </p:nvSpPr>
          <p:spPr>
            <a:xfrm rot="10800000">
              <a:off x="28404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0" name="Google Shape;690;p21"/>
            <p:cNvSpPr/>
            <p:nvPr/>
          </p:nvSpPr>
          <p:spPr>
            <a:xfrm rot="10800000">
              <a:off x="13752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1" name="Google Shape;691;p21"/>
            <p:cNvSpPr/>
            <p:nvPr/>
          </p:nvSpPr>
          <p:spPr>
            <a:xfrm rot="10800000">
              <a:off x="-828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2" name="Google Shape;692;p21"/>
            <p:cNvSpPr/>
            <p:nvPr/>
          </p:nvSpPr>
          <p:spPr>
            <a:xfrm rot="10800000">
              <a:off x="-15444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4">
  <p:cSld name="BLANK_4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4" name="Google Shape;694;p2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695" name="Google Shape;695;p22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6" name="Google Shape;696;p22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7" name="Google Shape;697;p22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8" name="Google Shape;698;p22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9" name="Google Shape;699;p22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0" name="Google Shape;700;p22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1" name="Google Shape;701;p22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2" name="Google Shape;702;p22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3" name="Google Shape;703;p22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4" name="Google Shape;704;p22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5" name="Google Shape;705;p22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6" name="Google Shape;706;p22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7" name="Google Shape;707;p22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8" name="Google Shape;708;p22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9" name="Google Shape;709;p22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0" name="Google Shape;710;p22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1" name="Google Shape;711;p22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2" name="Google Shape;712;p22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3" name="Google Shape;713;p22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4" name="Google Shape;714;p22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5" name="Google Shape;715;p22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6" name="Google Shape;716;p22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7" name="Google Shape;717;p22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8" name="Google Shape;718;p22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9" name="Google Shape;719;p22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0" name="Google Shape;720;p22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1" name="Google Shape;721;p22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2" name="Google Shape;722;p22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3" name="Google Shape;723;p22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4" name="Google Shape;724;p22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5" name="Google Shape;725;p22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6" name="Google Shape;726;p22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7" name="Google Shape;727;p22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8" name="Google Shape;728;p22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9" name="Google Shape;729;p22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0" name="Google Shape;730;p22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1" name="Google Shape;731;p22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2" name="Google Shape;732;p22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33" name="Google Shape;733;p22"/>
          <p:cNvSpPr txBox="1"/>
          <p:nvPr>
            <p:ph type="title"/>
          </p:nvPr>
        </p:nvSpPr>
        <p:spPr>
          <a:xfrm>
            <a:off x="864360" y="2215440"/>
            <a:ext cx="6771960" cy="81324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4" name="Google Shape;734;p22"/>
          <p:cNvSpPr txBox="1"/>
          <p:nvPr>
            <p:ph idx="2" type="title"/>
          </p:nvPr>
        </p:nvSpPr>
        <p:spPr>
          <a:xfrm>
            <a:off x="864360" y="910800"/>
            <a:ext cx="2130120" cy="1304280"/>
          </a:xfrm>
          <a:prstGeom prst="rect">
            <a:avLst/>
          </a:prstGeom>
          <a:noFill/>
          <a:ln>
            <a:noFill/>
          </a:ln>
          <a:effectLst>
            <a:outerShdw blurRad="57240" rotWithShape="0">
              <a:srgbClr val="8FFFF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735" name="Google Shape;735;p22"/>
          <p:cNvGrpSpPr/>
          <p:nvPr/>
        </p:nvGrpSpPr>
        <p:grpSpPr>
          <a:xfrm>
            <a:off x="-259200" y="1848240"/>
            <a:ext cx="552600" cy="98640"/>
            <a:chOff x="-259200" y="1848240"/>
            <a:chExt cx="552600" cy="98640"/>
          </a:xfrm>
        </p:grpSpPr>
        <p:sp>
          <p:nvSpPr>
            <p:cNvPr id="736" name="Google Shape;736;p22"/>
            <p:cNvSpPr/>
            <p:nvPr/>
          </p:nvSpPr>
          <p:spPr>
            <a:xfrm rot="5400000">
              <a:off x="194760" y="18482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7" name="Google Shape;737;p22"/>
            <p:cNvSpPr/>
            <p:nvPr/>
          </p:nvSpPr>
          <p:spPr>
            <a:xfrm rot="5400000">
              <a:off x="221400" y="18748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8" name="Google Shape;738;p22"/>
            <p:cNvSpPr/>
            <p:nvPr/>
          </p:nvSpPr>
          <p:spPr>
            <a:xfrm rot="5400000">
              <a:off x="-259200" y="18511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9" name="Google Shape;739;p22"/>
            <p:cNvSpPr/>
            <p:nvPr/>
          </p:nvSpPr>
          <p:spPr>
            <a:xfrm rot="5400000">
              <a:off x="-235440" y="18752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0" name="Google Shape;740;p22"/>
            <p:cNvSpPr/>
            <p:nvPr/>
          </p:nvSpPr>
          <p:spPr>
            <a:xfrm rot="5400000">
              <a:off x="16560" y="17125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741" name="Google Shape;741;p22"/>
          <p:cNvSpPr/>
          <p:nvPr/>
        </p:nvSpPr>
        <p:spPr>
          <a:xfrm rot="-5400000">
            <a:off x="348840" y="39063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42" name="Google Shape;742;p22"/>
          <p:cNvSpPr/>
          <p:nvPr/>
        </p:nvSpPr>
        <p:spPr>
          <a:xfrm rot="5400000">
            <a:off x="-561960" y="-33948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43" name="Google Shape;743;p22"/>
          <p:cNvSpPr/>
          <p:nvPr/>
        </p:nvSpPr>
        <p:spPr>
          <a:xfrm rot="5400000">
            <a:off x="-282600" y="-363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44" name="Google Shape;744;p22"/>
          <p:cNvSpPr/>
          <p:nvPr/>
        </p:nvSpPr>
        <p:spPr>
          <a:xfrm flipH="1" rot="10800000">
            <a:off x="2891880" y="484272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89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45" name="Google Shape;745;p22"/>
          <p:cNvSpPr/>
          <p:nvPr/>
        </p:nvSpPr>
        <p:spPr>
          <a:xfrm>
            <a:off x="853560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746" name="Google Shape;746;p22"/>
          <p:cNvGrpSpPr/>
          <p:nvPr/>
        </p:nvGrpSpPr>
        <p:grpSpPr>
          <a:xfrm>
            <a:off x="7898040" y="350640"/>
            <a:ext cx="1520280" cy="301680"/>
            <a:chOff x="7898040" y="350640"/>
            <a:chExt cx="1520280" cy="301680"/>
          </a:xfrm>
        </p:grpSpPr>
        <p:sp>
          <p:nvSpPr>
            <p:cNvPr id="747" name="Google Shape;747;p22"/>
            <p:cNvSpPr/>
            <p:nvPr/>
          </p:nvSpPr>
          <p:spPr>
            <a:xfrm flipH="1">
              <a:off x="7989120" y="39708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8" name="Google Shape;748;p22"/>
            <p:cNvSpPr/>
            <p:nvPr/>
          </p:nvSpPr>
          <p:spPr>
            <a:xfrm flipH="1">
              <a:off x="7898040" y="5608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9" name="Google Shape;749;p22"/>
            <p:cNvSpPr/>
            <p:nvPr/>
          </p:nvSpPr>
          <p:spPr>
            <a:xfrm flipH="1">
              <a:off x="7922160" y="585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0" name="Google Shape;750;p22"/>
            <p:cNvSpPr/>
            <p:nvPr/>
          </p:nvSpPr>
          <p:spPr>
            <a:xfrm flipH="1">
              <a:off x="9326880" y="3506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1" name="Google Shape;751;p22"/>
            <p:cNvSpPr/>
            <p:nvPr/>
          </p:nvSpPr>
          <p:spPr>
            <a:xfrm flipH="1">
              <a:off x="9351000" y="3754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52" name="Google Shape;752;p22"/>
          <p:cNvGrpSpPr/>
          <p:nvPr/>
        </p:nvGrpSpPr>
        <p:grpSpPr>
          <a:xfrm>
            <a:off x="-117000" y="2181240"/>
            <a:ext cx="552600" cy="98640"/>
            <a:chOff x="-117000" y="2181240"/>
            <a:chExt cx="552600" cy="98640"/>
          </a:xfrm>
        </p:grpSpPr>
        <p:sp>
          <p:nvSpPr>
            <p:cNvPr id="753" name="Google Shape;753;p22"/>
            <p:cNvSpPr/>
            <p:nvPr/>
          </p:nvSpPr>
          <p:spPr>
            <a:xfrm rot="5400000">
              <a:off x="336960" y="21812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4" name="Google Shape;754;p22"/>
            <p:cNvSpPr/>
            <p:nvPr/>
          </p:nvSpPr>
          <p:spPr>
            <a:xfrm rot="5400000">
              <a:off x="363600" y="22078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5" name="Google Shape;755;p22"/>
            <p:cNvSpPr/>
            <p:nvPr/>
          </p:nvSpPr>
          <p:spPr>
            <a:xfrm rot="5400000">
              <a:off x="-117000" y="21841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6" name="Google Shape;756;p22"/>
            <p:cNvSpPr/>
            <p:nvPr/>
          </p:nvSpPr>
          <p:spPr>
            <a:xfrm rot="5400000">
              <a:off x="-93240" y="22082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7" name="Google Shape;757;p22"/>
            <p:cNvSpPr/>
            <p:nvPr/>
          </p:nvSpPr>
          <p:spPr>
            <a:xfrm rot="5400000">
              <a:off x="159120" y="20455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58" name="Google Shape;758;p22"/>
          <p:cNvGrpSpPr/>
          <p:nvPr/>
        </p:nvGrpSpPr>
        <p:grpSpPr>
          <a:xfrm>
            <a:off x="4682160" y="-108000"/>
            <a:ext cx="1520640" cy="301680"/>
            <a:chOff x="4682160" y="-108000"/>
            <a:chExt cx="1520640" cy="301680"/>
          </a:xfrm>
        </p:grpSpPr>
        <p:sp>
          <p:nvSpPr>
            <p:cNvPr id="759" name="Google Shape;759;p22"/>
            <p:cNvSpPr/>
            <p:nvPr/>
          </p:nvSpPr>
          <p:spPr>
            <a:xfrm>
              <a:off x="477576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0" name="Google Shape;760;p22"/>
            <p:cNvSpPr/>
            <p:nvPr/>
          </p:nvSpPr>
          <p:spPr>
            <a:xfrm>
              <a:off x="611136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1" name="Google Shape;761;p22"/>
            <p:cNvSpPr/>
            <p:nvPr/>
          </p:nvSpPr>
          <p:spPr>
            <a:xfrm>
              <a:off x="613512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2" name="Google Shape;762;p22"/>
            <p:cNvSpPr/>
            <p:nvPr/>
          </p:nvSpPr>
          <p:spPr>
            <a:xfrm>
              <a:off x="468216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3" name="Google Shape;763;p22"/>
            <p:cNvSpPr/>
            <p:nvPr/>
          </p:nvSpPr>
          <p:spPr>
            <a:xfrm>
              <a:off x="470592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764" name="Google Shape;764;p22"/>
          <p:cNvGrpSpPr/>
          <p:nvPr/>
        </p:nvGrpSpPr>
        <p:grpSpPr>
          <a:xfrm>
            <a:off x="7881840" y="4336560"/>
            <a:ext cx="2297520" cy="347040"/>
            <a:chOff x="7881840" y="4336560"/>
            <a:chExt cx="2297520" cy="347040"/>
          </a:xfrm>
        </p:grpSpPr>
        <p:sp>
          <p:nvSpPr>
            <p:cNvPr id="765" name="Google Shape;765;p22"/>
            <p:cNvSpPr/>
            <p:nvPr/>
          </p:nvSpPr>
          <p:spPr>
            <a:xfrm flipH="1">
              <a:off x="8184960" y="46159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6" name="Google Shape;766;p22"/>
            <p:cNvSpPr/>
            <p:nvPr/>
          </p:nvSpPr>
          <p:spPr>
            <a:xfrm flipH="1">
              <a:off x="7881840" y="43365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100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8">
  <p:cSld name="BLANK_8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" name="Google Shape;768;p2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769" name="Google Shape;769;p23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0" name="Google Shape;770;p23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1" name="Google Shape;771;p23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2" name="Google Shape;772;p23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3" name="Google Shape;773;p23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4" name="Google Shape;774;p23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5" name="Google Shape;775;p23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6" name="Google Shape;776;p23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7" name="Google Shape;777;p23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8" name="Google Shape;778;p23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9" name="Google Shape;779;p23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0" name="Google Shape;780;p23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1" name="Google Shape;781;p23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2" name="Google Shape;782;p23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3" name="Google Shape;783;p23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4" name="Google Shape;784;p23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5" name="Google Shape;785;p23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6" name="Google Shape;786;p23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7" name="Google Shape;787;p23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8" name="Google Shape;788;p23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9" name="Google Shape;789;p23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0" name="Google Shape;790;p23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1" name="Google Shape;791;p23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2" name="Google Shape;792;p23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3" name="Google Shape;793;p23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4" name="Google Shape;794;p23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5" name="Google Shape;795;p23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6" name="Google Shape;796;p23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7" name="Google Shape;797;p23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8" name="Google Shape;798;p23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9" name="Google Shape;799;p23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0" name="Google Shape;800;p23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1" name="Google Shape;801;p23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2" name="Google Shape;802;p23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3" name="Google Shape;803;p23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4" name="Google Shape;804;p23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5" name="Google Shape;805;p23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6" name="Google Shape;806;p23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07" name="Google Shape;807;p23"/>
          <p:cNvSpPr txBox="1"/>
          <p:nvPr>
            <p:ph type="title"/>
          </p:nvPr>
        </p:nvSpPr>
        <p:spPr>
          <a:xfrm>
            <a:off x="713160" y="2310120"/>
            <a:ext cx="7583040" cy="84132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08" name="Google Shape;808;p23"/>
          <p:cNvSpPr txBox="1"/>
          <p:nvPr>
            <p:ph idx="2" type="title"/>
          </p:nvPr>
        </p:nvSpPr>
        <p:spPr>
          <a:xfrm>
            <a:off x="5960880" y="1332720"/>
            <a:ext cx="2335320" cy="920520"/>
          </a:xfrm>
          <a:prstGeom prst="rect">
            <a:avLst/>
          </a:prstGeom>
          <a:noFill/>
          <a:ln>
            <a:noFill/>
          </a:ln>
          <a:effectLst>
            <a:outerShdw blurRad="57240" rotWithShape="0">
              <a:srgbClr val="8FFFF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09" name="Google Shape;809;p23"/>
          <p:cNvSpPr/>
          <p:nvPr/>
        </p:nvSpPr>
        <p:spPr>
          <a:xfrm rot="5400000">
            <a:off x="8206560" y="41871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10" name="Google Shape;810;p23"/>
          <p:cNvSpPr/>
          <p:nvPr/>
        </p:nvSpPr>
        <p:spPr>
          <a:xfrm rot="-5400000">
            <a:off x="348840" y="4107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11" name="Google Shape;811;p23"/>
          <p:cNvGrpSpPr/>
          <p:nvPr/>
        </p:nvGrpSpPr>
        <p:grpSpPr>
          <a:xfrm>
            <a:off x="360" y="932040"/>
            <a:ext cx="882720" cy="241560"/>
            <a:chOff x="360" y="932040"/>
            <a:chExt cx="882720" cy="241560"/>
          </a:xfrm>
        </p:grpSpPr>
        <p:sp>
          <p:nvSpPr>
            <p:cNvPr id="812" name="Google Shape;812;p23"/>
            <p:cNvSpPr/>
            <p:nvPr/>
          </p:nvSpPr>
          <p:spPr>
            <a:xfrm rot="10800000">
              <a:off x="731160" y="9320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3" name="Google Shape;813;p23"/>
            <p:cNvSpPr/>
            <p:nvPr/>
          </p:nvSpPr>
          <p:spPr>
            <a:xfrm rot="10800000">
              <a:off x="585360" y="9320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4" name="Google Shape;814;p23"/>
            <p:cNvSpPr/>
            <p:nvPr/>
          </p:nvSpPr>
          <p:spPr>
            <a:xfrm rot="10800000">
              <a:off x="439200" y="932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5" name="Google Shape;815;p23"/>
            <p:cNvSpPr/>
            <p:nvPr/>
          </p:nvSpPr>
          <p:spPr>
            <a:xfrm rot="10800000">
              <a:off x="293040" y="932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6" name="Google Shape;816;p23"/>
            <p:cNvSpPr/>
            <p:nvPr/>
          </p:nvSpPr>
          <p:spPr>
            <a:xfrm rot="10800000">
              <a:off x="146880" y="932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7" name="Google Shape;817;p23"/>
            <p:cNvSpPr/>
            <p:nvPr/>
          </p:nvSpPr>
          <p:spPr>
            <a:xfrm rot="10800000">
              <a:off x="360" y="932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18" name="Google Shape;818;p23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819" name="Google Shape;819;p23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0" name="Google Shape;820;p23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1" name="Google Shape;821;p23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2" name="Google Shape;822;p23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3" name="Google Shape;823;p23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24" name="Google Shape;824;p23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825" name="Google Shape;825;p23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6" name="Google Shape;826;p23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27" name="Google Shape;827;p23"/>
          <p:cNvSpPr/>
          <p:nvPr/>
        </p:nvSpPr>
        <p:spPr>
          <a:xfrm rot="10800000">
            <a:off x="568440" y="38592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28" name="Google Shape;828;p23"/>
          <p:cNvGrpSpPr/>
          <p:nvPr/>
        </p:nvGrpSpPr>
        <p:grpSpPr>
          <a:xfrm>
            <a:off x="8690580" y="3390480"/>
            <a:ext cx="296460" cy="1822500"/>
            <a:chOff x="8690580" y="3390480"/>
            <a:chExt cx="296460" cy="1822500"/>
          </a:xfrm>
        </p:grpSpPr>
        <p:sp>
          <p:nvSpPr>
            <p:cNvPr id="829" name="Google Shape;829;p23"/>
            <p:cNvSpPr/>
            <p:nvPr/>
          </p:nvSpPr>
          <p:spPr>
            <a:xfrm rot="5400000">
              <a:off x="7903800" y="42760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0" name="Google Shape;830;p23"/>
            <p:cNvSpPr/>
            <p:nvPr/>
          </p:nvSpPr>
          <p:spPr>
            <a:xfrm rot="5400000">
              <a:off x="8895600" y="3986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1" name="Google Shape;831;p23"/>
            <p:cNvSpPr/>
            <p:nvPr/>
          </p:nvSpPr>
          <p:spPr>
            <a:xfrm rot="5400000">
              <a:off x="8919720" y="401184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2" name="Google Shape;832;p23"/>
            <p:cNvSpPr/>
            <p:nvPr/>
          </p:nvSpPr>
          <p:spPr>
            <a:xfrm rot="5400000">
              <a:off x="8795880" y="33904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3" name="Google Shape;833;p23"/>
            <p:cNvSpPr/>
            <p:nvPr/>
          </p:nvSpPr>
          <p:spPr>
            <a:xfrm rot="5400000">
              <a:off x="8820360" y="34156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4" name="Google Shape;834;p23"/>
            <p:cNvSpPr/>
            <p:nvPr/>
          </p:nvSpPr>
          <p:spPr>
            <a:xfrm rot="5400000">
              <a:off x="8285760" y="455832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35" name="Google Shape;835;p23"/>
          <p:cNvGrpSpPr/>
          <p:nvPr/>
        </p:nvGrpSpPr>
        <p:grpSpPr>
          <a:xfrm>
            <a:off x="2611440" y="-1455120"/>
            <a:ext cx="346680" cy="2297160"/>
            <a:chOff x="2611440" y="-1455120"/>
            <a:chExt cx="346680" cy="2297160"/>
          </a:xfrm>
        </p:grpSpPr>
        <p:sp>
          <p:nvSpPr>
            <p:cNvPr id="836" name="Google Shape;836;p23"/>
            <p:cNvSpPr/>
            <p:nvPr/>
          </p:nvSpPr>
          <p:spPr>
            <a:xfrm rot="5400000">
              <a:off x="1648080" y="-4917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7" name="Google Shape;837;p23"/>
            <p:cNvSpPr/>
            <p:nvPr/>
          </p:nvSpPr>
          <p:spPr>
            <a:xfrm rot="5400000">
              <a:off x="1927080" y="-18900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38" name="Google Shape;838;p23"/>
          <p:cNvSpPr/>
          <p:nvPr/>
        </p:nvSpPr>
        <p:spPr>
          <a:xfrm flipH="1" rot="10800000">
            <a:off x="2358360" y="47664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89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39" name="Google Shape;839;p23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840" name="Google Shape;840;p23"/>
          <p:cNvGrpSpPr/>
          <p:nvPr/>
        </p:nvGrpSpPr>
        <p:grpSpPr>
          <a:xfrm>
            <a:off x="5373360" y="-113040"/>
            <a:ext cx="1520280" cy="301680"/>
            <a:chOff x="5373360" y="-113040"/>
            <a:chExt cx="1520280" cy="301680"/>
          </a:xfrm>
        </p:grpSpPr>
        <p:sp>
          <p:nvSpPr>
            <p:cNvPr id="841" name="Google Shape;841;p23"/>
            <p:cNvSpPr/>
            <p:nvPr/>
          </p:nvSpPr>
          <p:spPr>
            <a:xfrm>
              <a:off x="5466600" y="-666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2" name="Google Shape;842;p23"/>
            <p:cNvSpPr/>
            <p:nvPr/>
          </p:nvSpPr>
          <p:spPr>
            <a:xfrm>
              <a:off x="6802200" y="972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3" name="Google Shape;843;p23"/>
            <p:cNvSpPr/>
            <p:nvPr/>
          </p:nvSpPr>
          <p:spPr>
            <a:xfrm>
              <a:off x="6826320" y="1220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4" name="Google Shape;844;p23"/>
            <p:cNvSpPr/>
            <p:nvPr/>
          </p:nvSpPr>
          <p:spPr>
            <a:xfrm>
              <a:off x="5373360" y="-1130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5" name="Google Shape;845;p23"/>
            <p:cNvSpPr/>
            <p:nvPr/>
          </p:nvSpPr>
          <p:spPr>
            <a:xfrm>
              <a:off x="5397120" y="-882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6">
  <p:cSld name="BLANK_16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7" name="Google Shape;847;p2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848" name="Google Shape;848;p24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9" name="Google Shape;849;p24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0" name="Google Shape;850;p24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1" name="Google Shape;851;p24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2" name="Google Shape;852;p24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3" name="Google Shape;853;p24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4" name="Google Shape;854;p24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5" name="Google Shape;855;p24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6" name="Google Shape;856;p24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7" name="Google Shape;857;p24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8" name="Google Shape;858;p24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9" name="Google Shape;859;p24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0" name="Google Shape;860;p24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1" name="Google Shape;861;p24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2" name="Google Shape;862;p24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3" name="Google Shape;863;p24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4" name="Google Shape;864;p24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5" name="Google Shape;865;p24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6" name="Google Shape;866;p24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7" name="Google Shape;867;p24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8" name="Google Shape;868;p24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9" name="Google Shape;869;p24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0" name="Google Shape;870;p24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1" name="Google Shape;871;p24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2" name="Google Shape;872;p24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3" name="Google Shape;873;p24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4" name="Google Shape;874;p24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5" name="Google Shape;875;p24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6" name="Google Shape;876;p24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7" name="Google Shape;877;p24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8" name="Google Shape;878;p24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9" name="Google Shape;879;p24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0" name="Google Shape;880;p24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1" name="Google Shape;881;p24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2" name="Google Shape;882;p24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3" name="Google Shape;883;p24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4" name="Google Shape;884;p24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5" name="Google Shape;885;p24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886" name="Google Shape;886;p24"/>
          <p:cNvSpPr txBox="1"/>
          <p:nvPr>
            <p:ph type="title"/>
          </p:nvPr>
        </p:nvSpPr>
        <p:spPr>
          <a:xfrm>
            <a:off x="865440" y="753480"/>
            <a:ext cx="4466520" cy="1141200"/>
          </a:xfrm>
          <a:prstGeom prst="rect">
            <a:avLst/>
          </a:prstGeom>
          <a:noFill/>
          <a:ln>
            <a:noFill/>
          </a:ln>
          <a:effectLst>
            <a:outerShdw blurRad="8568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887" name="Google Shape;887;p24"/>
          <p:cNvGrpSpPr/>
          <p:nvPr/>
        </p:nvGrpSpPr>
        <p:grpSpPr>
          <a:xfrm>
            <a:off x="246060" y="1696860"/>
            <a:ext cx="241560" cy="882720"/>
            <a:chOff x="246060" y="1696860"/>
            <a:chExt cx="241560" cy="882720"/>
          </a:xfrm>
        </p:grpSpPr>
        <p:sp>
          <p:nvSpPr>
            <p:cNvPr id="888" name="Google Shape;888;p24"/>
            <p:cNvSpPr/>
            <p:nvPr/>
          </p:nvSpPr>
          <p:spPr>
            <a:xfrm rot="5400000">
              <a:off x="290880" y="16520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9" name="Google Shape;889;p24"/>
            <p:cNvSpPr/>
            <p:nvPr/>
          </p:nvSpPr>
          <p:spPr>
            <a:xfrm rot="5400000">
              <a:off x="291600" y="17985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0" name="Google Shape;890;p24"/>
            <p:cNvSpPr/>
            <p:nvPr/>
          </p:nvSpPr>
          <p:spPr>
            <a:xfrm rot="5400000">
              <a:off x="291600" y="1944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1" name="Google Shape;891;p24"/>
            <p:cNvSpPr/>
            <p:nvPr/>
          </p:nvSpPr>
          <p:spPr>
            <a:xfrm rot="5400000">
              <a:off x="291600" y="209088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2" name="Google Shape;892;p24"/>
            <p:cNvSpPr/>
            <p:nvPr/>
          </p:nvSpPr>
          <p:spPr>
            <a:xfrm rot="5400000">
              <a:off x="291600" y="22374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3" name="Google Shape;893;p24"/>
            <p:cNvSpPr/>
            <p:nvPr/>
          </p:nvSpPr>
          <p:spPr>
            <a:xfrm rot="5400000">
              <a:off x="291600" y="2383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894" name="Google Shape;894;p24"/>
          <p:cNvGrpSpPr/>
          <p:nvPr/>
        </p:nvGrpSpPr>
        <p:grpSpPr>
          <a:xfrm>
            <a:off x="2273040" y="-131040"/>
            <a:ext cx="1520280" cy="301320"/>
            <a:chOff x="2273040" y="-131040"/>
            <a:chExt cx="1520280" cy="301320"/>
          </a:xfrm>
        </p:grpSpPr>
        <p:sp>
          <p:nvSpPr>
            <p:cNvPr id="895" name="Google Shape;895;p24"/>
            <p:cNvSpPr/>
            <p:nvPr/>
          </p:nvSpPr>
          <p:spPr>
            <a:xfrm>
              <a:off x="2366280" y="-846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3701880" y="78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3726000" y="1036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2273040" y="-1310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2296800" y="-1065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00" name="Google Shape;900;p24"/>
          <p:cNvGrpSpPr/>
          <p:nvPr/>
        </p:nvGrpSpPr>
        <p:grpSpPr>
          <a:xfrm>
            <a:off x="-141480" y="4021920"/>
            <a:ext cx="552600" cy="98640"/>
            <a:chOff x="-141480" y="4021920"/>
            <a:chExt cx="552600" cy="98640"/>
          </a:xfrm>
        </p:grpSpPr>
        <p:sp>
          <p:nvSpPr>
            <p:cNvPr id="901" name="Google Shape;901;p24"/>
            <p:cNvSpPr/>
            <p:nvPr/>
          </p:nvSpPr>
          <p:spPr>
            <a:xfrm rot="5400000">
              <a:off x="312480" y="40219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2" name="Google Shape;902;p24"/>
            <p:cNvSpPr/>
            <p:nvPr/>
          </p:nvSpPr>
          <p:spPr>
            <a:xfrm rot="5400000">
              <a:off x="339120" y="40489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3" name="Google Shape;903;p24"/>
            <p:cNvSpPr/>
            <p:nvPr/>
          </p:nvSpPr>
          <p:spPr>
            <a:xfrm rot="5400000">
              <a:off x="-141480" y="40251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4" name="Google Shape;904;p24"/>
            <p:cNvSpPr/>
            <p:nvPr/>
          </p:nvSpPr>
          <p:spPr>
            <a:xfrm rot="5400000">
              <a:off x="-117720" y="40489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05" name="Google Shape;905;p24"/>
            <p:cNvSpPr/>
            <p:nvPr/>
          </p:nvSpPr>
          <p:spPr>
            <a:xfrm rot="5400000">
              <a:off x="134640" y="38862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06" name="Google Shape;906;p24"/>
          <p:cNvSpPr/>
          <p:nvPr/>
        </p:nvSpPr>
        <p:spPr>
          <a:xfrm>
            <a:off x="538560" y="-2692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07" name="Google Shape;907;p24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08" name="Google Shape;908;p24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909" name="Google Shape;909;p24"/>
          <p:cNvGrpSpPr/>
          <p:nvPr/>
        </p:nvGrpSpPr>
        <p:grpSpPr>
          <a:xfrm>
            <a:off x="8694000" y="-363060"/>
            <a:ext cx="301140" cy="1520100"/>
            <a:chOff x="8694000" y="-363060"/>
            <a:chExt cx="301140" cy="1520100"/>
          </a:xfrm>
        </p:grpSpPr>
        <p:sp>
          <p:nvSpPr>
            <p:cNvPr id="910" name="Google Shape;910;p24"/>
            <p:cNvSpPr/>
            <p:nvPr/>
          </p:nvSpPr>
          <p:spPr>
            <a:xfrm rot="5400000">
              <a:off x="8177040" y="2930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1" name="Google Shape;911;p24"/>
            <p:cNvSpPr/>
            <p:nvPr/>
          </p:nvSpPr>
          <p:spPr>
            <a:xfrm rot="5400000">
              <a:off x="8694000" y="1065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2" name="Google Shape;912;p24"/>
            <p:cNvSpPr/>
            <p:nvPr/>
          </p:nvSpPr>
          <p:spPr>
            <a:xfrm rot="5400000">
              <a:off x="8718120" y="10900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3" name="Google Shape;913;p24"/>
            <p:cNvSpPr/>
            <p:nvPr/>
          </p:nvSpPr>
          <p:spPr>
            <a:xfrm rot="5400000">
              <a:off x="8903160" y="-3636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14" name="Google Shape;914;p24"/>
            <p:cNvSpPr/>
            <p:nvPr/>
          </p:nvSpPr>
          <p:spPr>
            <a:xfrm rot="5400000">
              <a:off x="8928000" y="-3394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915" name="Google Shape;915;p24"/>
          <p:cNvGrpSpPr/>
          <p:nvPr/>
        </p:nvGrpSpPr>
        <p:grpSpPr>
          <a:xfrm>
            <a:off x="-240840" y="4336200"/>
            <a:ext cx="1524960" cy="586440"/>
            <a:chOff x="-240840" y="4336200"/>
            <a:chExt cx="1524960" cy="586440"/>
          </a:xfrm>
        </p:grpSpPr>
        <p:sp>
          <p:nvSpPr>
            <p:cNvPr id="916" name="Google Shape;916;p24"/>
            <p:cNvSpPr/>
            <p:nvPr/>
          </p:nvSpPr>
          <p:spPr>
            <a:xfrm rot="-5400000">
              <a:off x="348840" y="398736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917" name="Google Shape;917;p24"/>
            <p:cNvGrpSpPr/>
            <p:nvPr/>
          </p:nvGrpSpPr>
          <p:grpSpPr>
            <a:xfrm>
              <a:off x="-240840" y="4562280"/>
              <a:ext cx="1105560" cy="133920"/>
              <a:chOff x="-240840" y="4562280"/>
              <a:chExt cx="1105560" cy="133920"/>
            </a:xfrm>
          </p:grpSpPr>
          <p:grpSp>
            <p:nvGrpSpPr>
              <p:cNvPr id="918" name="Google Shape;918;p24"/>
              <p:cNvGrpSpPr/>
              <p:nvPr/>
            </p:nvGrpSpPr>
            <p:grpSpPr>
              <a:xfrm>
                <a:off x="-240840" y="4645440"/>
                <a:ext cx="883080" cy="50760"/>
                <a:chOff x="-240840" y="4645440"/>
                <a:chExt cx="883080" cy="50760"/>
              </a:xfrm>
            </p:grpSpPr>
            <p:sp>
              <p:nvSpPr>
                <p:cNvPr id="919" name="Google Shape;919;p24"/>
                <p:cNvSpPr/>
                <p:nvPr/>
              </p:nvSpPr>
              <p:spPr>
                <a:xfrm>
                  <a:off x="-2408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20" name="Google Shape;920;p24"/>
                <p:cNvSpPr/>
                <p:nvPr/>
              </p:nvSpPr>
              <p:spPr>
                <a:xfrm>
                  <a:off x="-1483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21" name="Google Shape;921;p24"/>
                <p:cNvSpPr/>
                <p:nvPr/>
              </p:nvSpPr>
              <p:spPr>
                <a:xfrm>
                  <a:off x="-558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22" name="Google Shape;922;p24"/>
                <p:cNvSpPr/>
                <p:nvPr/>
              </p:nvSpPr>
              <p:spPr>
                <a:xfrm>
                  <a:off x="367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23" name="Google Shape;923;p24"/>
                <p:cNvSpPr/>
                <p:nvPr/>
              </p:nvSpPr>
              <p:spPr>
                <a:xfrm>
                  <a:off x="1288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24" name="Google Shape;924;p24"/>
                <p:cNvSpPr/>
                <p:nvPr/>
              </p:nvSpPr>
              <p:spPr>
                <a:xfrm>
                  <a:off x="2214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25" name="Google Shape;925;p24"/>
                <p:cNvSpPr/>
                <p:nvPr/>
              </p:nvSpPr>
              <p:spPr>
                <a:xfrm>
                  <a:off x="3139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26" name="Google Shape;926;p24"/>
                <p:cNvSpPr/>
                <p:nvPr/>
              </p:nvSpPr>
              <p:spPr>
                <a:xfrm>
                  <a:off x="4064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27" name="Google Shape;927;p24"/>
                <p:cNvSpPr/>
                <p:nvPr/>
              </p:nvSpPr>
              <p:spPr>
                <a:xfrm>
                  <a:off x="49896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28" name="Google Shape;928;p24"/>
                <p:cNvSpPr/>
                <p:nvPr/>
              </p:nvSpPr>
              <p:spPr>
                <a:xfrm>
                  <a:off x="5914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929" name="Google Shape;929;p24"/>
              <p:cNvGrpSpPr/>
              <p:nvPr/>
            </p:nvGrpSpPr>
            <p:grpSpPr>
              <a:xfrm>
                <a:off x="-18000" y="4562280"/>
                <a:ext cx="882720" cy="50760"/>
                <a:chOff x="-18000" y="4562280"/>
                <a:chExt cx="882720" cy="50760"/>
              </a:xfrm>
            </p:grpSpPr>
            <p:sp>
              <p:nvSpPr>
                <p:cNvPr id="930" name="Google Shape;930;p24"/>
                <p:cNvSpPr/>
                <p:nvPr/>
              </p:nvSpPr>
              <p:spPr>
                <a:xfrm>
                  <a:off x="-180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31" name="Google Shape;931;p24"/>
                <p:cNvSpPr/>
                <p:nvPr/>
              </p:nvSpPr>
              <p:spPr>
                <a:xfrm>
                  <a:off x="741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32" name="Google Shape;932;p24"/>
                <p:cNvSpPr/>
                <p:nvPr/>
              </p:nvSpPr>
              <p:spPr>
                <a:xfrm>
                  <a:off x="1666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33" name="Google Shape;933;p24"/>
                <p:cNvSpPr/>
                <p:nvPr/>
              </p:nvSpPr>
              <p:spPr>
                <a:xfrm>
                  <a:off x="2592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34" name="Google Shape;934;p24"/>
                <p:cNvSpPr/>
                <p:nvPr/>
              </p:nvSpPr>
              <p:spPr>
                <a:xfrm>
                  <a:off x="35172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35" name="Google Shape;935;p24"/>
                <p:cNvSpPr/>
                <p:nvPr/>
              </p:nvSpPr>
              <p:spPr>
                <a:xfrm>
                  <a:off x="4442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36" name="Google Shape;936;p24"/>
                <p:cNvSpPr/>
                <p:nvPr/>
              </p:nvSpPr>
              <p:spPr>
                <a:xfrm>
                  <a:off x="5367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37" name="Google Shape;937;p24"/>
                <p:cNvSpPr/>
                <p:nvPr/>
              </p:nvSpPr>
              <p:spPr>
                <a:xfrm>
                  <a:off x="6292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38" name="Google Shape;938;p24"/>
                <p:cNvSpPr/>
                <p:nvPr/>
              </p:nvSpPr>
              <p:spPr>
                <a:xfrm>
                  <a:off x="7214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939" name="Google Shape;939;p24"/>
                <p:cNvSpPr/>
                <p:nvPr/>
              </p:nvSpPr>
              <p:spPr>
                <a:xfrm>
                  <a:off x="8139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</p:grpSp>
      <p:grpSp>
        <p:nvGrpSpPr>
          <p:cNvPr id="940" name="Google Shape;940;p24"/>
          <p:cNvGrpSpPr/>
          <p:nvPr/>
        </p:nvGrpSpPr>
        <p:grpSpPr>
          <a:xfrm>
            <a:off x="5717520" y="4966560"/>
            <a:ext cx="1520280" cy="301680"/>
            <a:chOff x="5717520" y="4966560"/>
            <a:chExt cx="1520280" cy="301680"/>
          </a:xfrm>
        </p:grpSpPr>
        <p:sp>
          <p:nvSpPr>
            <p:cNvPr id="941" name="Google Shape;941;p24"/>
            <p:cNvSpPr/>
            <p:nvPr/>
          </p:nvSpPr>
          <p:spPr>
            <a:xfrm>
              <a:off x="5810760" y="50130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2" name="Google Shape;942;p24"/>
            <p:cNvSpPr/>
            <p:nvPr/>
          </p:nvSpPr>
          <p:spPr>
            <a:xfrm>
              <a:off x="7146360" y="51768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3" name="Google Shape;943;p24"/>
            <p:cNvSpPr/>
            <p:nvPr/>
          </p:nvSpPr>
          <p:spPr>
            <a:xfrm>
              <a:off x="7170480" y="52012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4" name="Google Shape;944;p24"/>
            <p:cNvSpPr/>
            <p:nvPr/>
          </p:nvSpPr>
          <p:spPr>
            <a:xfrm>
              <a:off x="5717520" y="49665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5" name="Google Shape;945;p24"/>
            <p:cNvSpPr/>
            <p:nvPr/>
          </p:nvSpPr>
          <p:spPr>
            <a:xfrm>
              <a:off x="5741280" y="49914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0">
  <p:cSld name="BLANK_10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" name="Google Shape;947;p25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948" name="Google Shape;948;p25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49" name="Google Shape;949;p25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0" name="Google Shape;950;p25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1" name="Google Shape;951;p25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2" name="Google Shape;952;p25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3" name="Google Shape;953;p25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4" name="Google Shape;954;p25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5" name="Google Shape;955;p25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6" name="Google Shape;956;p25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7" name="Google Shape;957;p25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8" name="Google Shape;958;p25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59" name="Google Shape;959;p25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0" name="Google Shape;960;p25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1" name="Google Shape;961;p25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2" name="Google Shape;962;p25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3" name="Google Shape;963;p25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4" name="Google Shape;964;p25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5" name="Google Shape;965;p25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6" name="Google Shape;966;p25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7" name="Google Shape;967;p25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8" name="Google Shape;968;p25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69" name="Google Shape;969;p25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0" name="Google Shape;970;p25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1" name="Google Shape;971;p25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2" name="Google Shape;972;p25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3" name="Google Shape;973;p25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4" name="Google Shape;974;p25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5" name="Google Shape;975;p25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6" name="Google Shape;976;p25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7" name="Google Shape;977;p25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8" name="Google Shape;978;p25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79" name="Google Shape;979;p25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0" name="Google Shape;980;p25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1" name="Google Shape;981;p25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2" name="Google Shape;982;p25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3" name="Google Shape;983;p25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4" name="Google Shape;984;p25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85" name="Google Shape;985;p25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86" name="Google Shape;986;p25"/>
          <p:cNvSpPr txBox="1"/>
          <p:nvPr>
            <p:ph type="title"/>
          </p:nvPr>
        </p:nvSpPr>
        <p:spPr>
          <a:xfrm>
            <a:off x="1773000" y="2597040"/>
            <a:ext cx="18853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87" name="Google Shape;987;p25"/>
          <p:cNvSpPr txBox="1"/>
          <p:nvPr>
            <p:ph idx="2" type="title"/>
          </p:nvPr>
        </p:nvSpPr>
        <p:spPr>
          <a:xfrm>
            <a:off x="5491080" y="3013560"/>
            <a:ext cx="18853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988" name="Google Shape;988;p25"/>
          <p:cNvGrpSpPr/>
          <p:nvPr/>
        </p:nvGrpSpPr>
        <p:grpSpPr>
          <a:xfrm>
            <a:off x="0" y="4386960"/>
            <a:ext cx="1284120" cy="586440"/>
            <a:chOff x="0" y="4386960"/>
            <a:chExt cx="1284120" cy="586440"/>
          </a:xfrm>
        </p:grpSpPr>
        <p:sp>
          <p:nvSpPr>
            <p:cNvPr id="989" name="Google Shape;989;p25"/>
            <p:cNvSpPr/>
            <p:nvPr/>
          </p:nvSpPr>
          <p:spPr>
            <a:xfrm rot="-5400000">
              <a:off x="348840" y="403812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990" name="Google Shape;990;p25"/>
            <p:cNvGrpSpPr/>
            <p:nvPr/>
          </p:nvGrpSpPr>
          <p:grpSpPr>
            <a:xfrm>
              <a:off x="360" y="4559400"/>
              <a:ext cx="882720" cy="241560"/>
              <a:chOff x="360" y="4559400"/>
              <a:chExt cx="882720" cy="241560"/>
            </a:xfrm>
          </p:grpSpPr>
          <p:sp>
            <p:nvSpPr>
              <p:cNvPr id="991" name="Google Shape;991;p25"/>
              <p:cNvSpPr/>
              <p:nvPr/>
            </p:nvSpPr>
            <p:spPr>
              <a:xfrm rot="10800000">
                <a:off x="731160" y="455940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2" name="Google Shape;992;p25"/>
              <p:cNvSpPr/>
              <p:nvPr/>
            </p:nvSpPr>
            <p:spPr>
              <a:xfrm rot="10800000">
                <a:off x="585360" y="455940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3" name="Google Shape;993;p25"/>
              <p:cNvSpPr/>
              <p:nvPr/>
            </p:nvSpPr>
            <p:spPr>
              <a:xfrm rot="10800000">
                <a:off x="439200" y="4559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4" name="Google Shape;994;p25"/>
              <p:cNvSpPr/>
              <p:nvPr/>
            </p:nvSpPr>
            <p:spPr>
              <a:xfrm rot="10800000">
                <a:off x="293040" y="4559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5" name="Google Shape;995;p25"/>
              <p:cNvSpPr/>
              <p:nvPr/>
            </p:nvSpPr>
            <p:spPr>
              <a:xfrm rot="10800000">
                <a:off x="146880" y="4559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6" name="Google Shape;996;p25"/>
              <p:cNvSpPr/>
              <p:nvPr/>
            </p:nvSpPr>
            <p:spPr>
              <a:xfrm rot="10800000">
                <a:off x="360" y="4559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997" name="Google Shape;997;p25"/>
          <p:cNvGrpSpPr/>
          <p:nvPr/>
        </p:nvGrpSpPr>
        <p:grpSpPr>
          <a:xfrm>
            <a:off x="1852200" y="-114480"/>
            <a:ext cx="1520640" cy="301680"/>
            <a:chOff x="1852200" y="-114480"/>
            <a:chExt cx="1520640" cy="301680"/>
          </a:xfrm>
        </p:grpSpPr>
        <p:sp>
          <p:nvSpPr>
            <p:cNvPr id="998" name="Google Shape;998;p25"/>
            <p:cNvSpPr/>
            <p:nvPr/>
          </p:nvSpPr>
          <p:spPr>
            <a:xfrm>
              <a:off x="1945800" y="-680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999" name="Google Shape;999;p25"/>
            <p:cNvSpPr/>
            <p:nvPr/>
          </p:nvSpPr>
          <p:spPr>
            <a:xfrm>
              <a:off x="3281400" y="957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0" name="Google Shape;1000;p25"/>
            <p:cNvSpPr/>
            <p:nvPr/>
          </p:nvSpPr>
          <p:spPr>
            <a:xfrm>
              <a:off x="3305160" y="1206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1" name="Google Shape;1001;p25"/>
            <p:cNvSpPr/>
            <p:nvPr/>
          </p:nvSpPr>
          <p:spPr>
            <a:xfrm>
              <a:off x="1852200" y="-1144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2" name="Google Shape;1002;p25"/>
            <p:cNvSpPr/>
            <p:nvPr/>
          </p:nvSpPr>
          <p:spPr>
            <a:xfrm>
              <a:off x="1876320" y="-896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03" name="Google Shape;1003;p25"/>
          <p:cNvGrpSpPr/>
          <p:nvPr/>
        </p:nvGrpSpPr>
        <p:grpSpPr>
          <a:xfrm>
            <a:off x="-141480" y="1750680"/>
            <a:ext cx="552600" cy="98640"/>
            <a:chOff x="-141480" y="1750680"/>
            <a:chExt cx="552600" cy="98640"/>
          </a:xfrm>
        </p:grpSpPr>
        <p:sp>
          <p:nvSpPr>
            <p:cNvPr id="1004" name="Google Shape;1004;p25"/>
            <p:cNvSpPr/>
            <p:nvPr/>
          </p:nvSpPr>
          <p:spPr>
            <a:xfrm rot="5400000">
              <a:off x="312480" y="17506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5" name="Google Shape;1005;p25"/>
            <p:cNvSpPr/>
            <p:nvPr/>
          </p:nvSpPr>
          <p:spPr>
            <a:xfrm rot="5400000">
              <a:off x="339120" y="17776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6" name="Google Shape;1006;p25"/>
            <p:cNvSpPr/>
            <p:nvPr/>
          </p:nvSpPr>
          <p:spPr>
            <a:xfrm rot="5400000">
              <a:off x="-141480" y="17535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7" name="Google Shape;1007;p25"/>
            <p:cNvSpPr/>
            <p:nvPr/>
          </p:nvSpPr>
          <p:spPr>
            <a:xfrm rot="5400000">
              <a:off x="-117720" y="17776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08" name="Google Shape;1008;p25"/>
            <p:cNvSpPr/>
            <p:nvPr/>
          </p:nvSpPr>
          <p:spPr>
            <a:xfrm rot="5400000">
              <a:off x="134640" y="16149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09" name="Google Shape;1009;p25"/>
          <p:cNvSpPr/>
          <p:nvPr/>
        </p:nvSpPr>
        <p:spPr>
          <a:xfrm>
            <a:off x="47124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10" name="Google Shape;1010;p25"/>
          <p:cNvSpPr/>
          <p:nvPr/>
        </p:nvSpPr>
        <p:spPr>
          <a:xfrm>
            <a:off x="-1281600" y="37908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11" name="Google Shape;1011;p25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12" name="Google Shape;1012;p25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013" name="Google Shape;1013;p25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014" name="Google Shape;1014;p25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5" name="Google Shape;1015;p25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6" name="Google Shape;1016;p25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7" name="Google Shape;1017;p25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18" name="Google Shape;1018;p25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19" name="Google Shape;1019;p25"/>
          <p:cNvSpPr txBox="1"/>
          <p:nvPr>
            <p:ph idx="3"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7">
  <p:cSld name="BLANK_17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1" name="Google Shape;1021;p2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022" name="Google Shape;1022;p26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3" name="Google Shape;1023;p26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4" name="Google Shape;1024;p26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5" name="Google Shape;1025;p26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6" name="Google Shape;1026;p26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7" name="Google Shape;1027;p26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8" name="Google Shape;1028;p26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9" name="Google Shape;1029;p26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0" name="Google Shape;1030;p26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1" name="Google Shape;1031;p26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2" name="Google Shape;1032;p26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3" name="Google Shape;1033;p26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4" name="Google Shape;1034;p26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5" name="Google Shape;1035;p26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6" name="Google Shape;1036;p26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7" name="Google Shape;1037;p26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8" name="Google Shape;1038;p26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9" name="Google Shape;1039;p26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0" name="Google Shape;1040;p26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1" name="Google Shape;1041;p26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2" name="Google Shape;1042;p26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3" name="Google Shape;1043;p26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4" name="Google Shape;1044;p26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5" name="Google Shape;1045;p26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6" name="Google Shape;1046;p26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7" name="Google Shape;1047;p26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8" name="Google Shape;1048;p26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9" name="Google Shape;1049;p26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0" name="Google Shape;1050;p26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1" name="Google Shape;1051;p26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2" name="Google Shape;1052;p26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3" name="Google Shape;1053;p26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4" name="Google Shape;1054;p26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5" name="Google Shape;1055;p26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6" name="Google Shape;1056;p26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7" name="Google Shape;1057;p26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8" name="Google Shape;1058;p26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9" name="Google Shape;1059;p26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60" name="Google Shape;1060;p26"/>
          <p:cNvGrpSpPr/>
          <p:nvPr/>
        </p:nvGrpSpPr>
        <p:grpSpPr>
          <a:xfrm>
            <a:off x="1440" y="-88920"/>
            <a:ext cx="586440" cy="1284120"/>
            <a:chOff x="1440" y="-88920"/>
            <a:chExt cx="586440" cy="1284120"/>
          </a:xfrm>
        </p:grpSpPr>
        <p:sp>
          <p:nvSpPr>
            <p:cNvPr id="1061" name="Google Shape;1061;p26"/>
            <p:cNvSpPr/>
            <p:nvPr/>
          </p:nvSpPr>
          <p:spPr>
            <a:xfrm>
              <a:off x="1440" y="-8892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062" name="Google Shape;1062;p26"/>
            <p:cNvGrpSpPr/>
            <p:nvPr/>
          </p:nvGrpSpPr>
          <p:grpSpPr>
            <a:xfrm>
              <a:off x="173700" y="-88020"/>
              <a:ext cx="241560" cy="882360"/>
              <a:chOff x="173700" y="-88020"/>
              <a:chExt cx="241560" cy="882360"/>
            </a:xfrm>
          </p:grpSpPr>
          <p:sp>
            <p:nvSpPr>
              <p:cNvPr id="1063" name="Google Shape;1063;p26"/>
              <p:cNvSpPr/>
              <p:nvPr/>
            </p:nvSpPr>
            <p:spPr>
              <a:xfrm rot="-5400000">
                <a:off x="218520" y="59760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64" name="Google Shape;1064;p26"/>
              <p:cNvSpPr/>
              <p:nvPr/>
            </p:nvSpPr>
            <p:spPr>
              <a:xfrm rot="-5400000">
                <a:off x="219240" y="45072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65" name="Google Shape;1065;p26"/>
              <p:cNvSpPr/>
              <p:nvPr/>
            </p:nvSpPr>
            <p:spPr>
              <a:xfrm rot="-5400000">
                <a:off x="219240" y="3045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66" name="Google Shape;1066;p26"/>
              <p:cNvSpPr/>
              <p:nvPr/>
            </p:nvSpPr>
            <p:spPr>
              <a:xfrm rot="-5400000">
                <a:off x="219240" y="1584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67" name="Google Shape;1067;p26"/>
              <p:cNvSpPr/>
              <p:nvPr/>
            </p:nvSpPr>
            <p:spPr>
              <a:xfrm rot="-5400000">
                <a:off x="219240" y="1224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068" name="Google Shape;1068;p26"/>
              <p:cNvSpPr/>
              <p:nvPr/>
            </p:nvSpPr>
            <p:spPr>
              <a:xfrm rot="-5400000">
                <a:off x="219240" y="-1335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069" name="Google Shape;1069;p26"/>
          <p:cNvGrpSpPr/>
          <p:nvPr/>
        </p:nvGrpSpPr>
        <p:grpSpPr>
          <a:xfrm>
            <a:off x="6028200" y="176040"/>
            <a:ext cx="552600" cy="98640"/>
            <a:chOff x="6028200" y="176040"/>
            <a:chExt cx="552600" cy="98640"/>
          </a:xfrm>
        </p:grpSpPr>
        <p:sp>
          <p:nvSpPr>
            <p:cNvPr id="1070" name="Google Shape;1070;p26"/>
            <p:cNvSpPr/>
            <p:nvPr/>
          </p:nvSpPr>
          <p:spPr>
            <a:xfrm rot="5400000">
              <a:off x="6482160" y="1760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1" name="Google Shape;1071;p26"/>
            <p:cNvSpPr/>
            <p:nvPr/>
          </p:nvSpPr>
          <p:spPr>
            <a:xfrm rot="5400000">
              <a:off x="6508800" y="2026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2" name="Google Shape;1072;p26"/>
            <p:cNvSpPr/>
            <p:nvPr/>
          </p:nvSpPr>
          <p:spPr>
            <a:xfrm rot="5400000">
              <a:off x="6028200" y="1789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3" name="Google Shape;1073;p26"/>
            <p:cNvSpPr/>
            <p:nvPr/>
          </p:nvSpPr>
          <p:spPr>
            <a:xfrm rot="5400000">
              <a:off x="6051960" y="2030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4" name="Google Shape;1074;p26"/>
            <p:cNvSpPr/>
            <p:nvPr/>
          </p:nvSpPr>
          <p:spPr>
            <a:xfrm rot="5400000">
              <a:off x="6303960" y="399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75" name="Google Shape;1075;p26"/>
          <p:cNvGrpSpPr/>
          <p:nvPr/>
        </p:nvGrpSpPr>
        <p:grpSpPr>
          <a:xfrm>
            <a:off x="-225720" y="4407480"/>
            <a:ext cx="552600" cy="98640"/>
            <a:chOff x="-225720" y="4407480"/>
            <a:chExt cx="552600" cy="98640"/>
          </a:xfrm>
        </p:grpSpPr>
        <p:sp>
          <p:nvSpPr>
            <p:cNvPr id="1076" name="Google Shape;1076;p26"/>
            <p:cNvSpPr/>
            <p:nvPr/>
          </p:nvSpPr>
          <p:spPr>
            <a:xfrm rot="5400000">
              <a:off x="228240" y="44074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7" name="Google Shape;1077;p26"/>
            <p:cNvSpPr/>
            <p:nvPr/>
          </p:nvSpPr>
          <p:spPr>
            <a:xfrm rot="5400000">
              <a:off x="254880" y="4434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8" name="Google Shape;1078;p26"/>
            <p:cNvSpPr/>
            <p:nvPr/>
          </p:nvSpPr>
          <p:spPr>
            <a:xfrm rot="5400000">
              <a:off x="-225720" y="4410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79" name="Google Shape;1079;p26"/>
            <p:cNvSpPr/>
            <p:nvPr/>
          </p:nvSpPr>
          <p:spPr>
            <a:xfrm rot="5400000">
              <a:off x="-201600" y="44344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0" name="Google Shape;1080;p26"/>
            <p:cNvSpPr/>
            <p:nvPr/>
          </p:nvSpPr>
          <p:spPr>
            <a:xfrm rot="5400000">
              <a:off x="50400" y="42717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81" name="Google Shape;1081;p26"/>
          <p:cNvGrpSpPr/>
          <p:nvPr/>
        </p:nvGrpSpPr>
        <p:grpSpPr>
          <a:xfrm>
            <a:off x="-799200" y="4748760"/>
            <a:ext cx="1822320" cy="196200"/>
            <a:chOff x="-799200" y="4748760"/>
            <a:chExt cx="1822320" cy="196200"/>
          </a:xfrm>
        </p:grpSpPr>
        <p:sp>
          <p:nvSpPr>
            <p:cNvPr id="1082" name="Google Shape;1082;p26"/>
            <p:cNvSpPr/>
            <p:nvPr/>
          </p:nvSpPr>
          <p:spPr>
            <a:xfrm flipH="1">
              <a:off x="-799200" y="479484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3" name="Google Shape;1083;p26"/>
            <p:cNvSpPr/>
            <p:nvPr/>
          </p:nvSpPr>
          <p:spPr>
            <a:xfrm flipH="1">
              <a:off x="931680" y="47487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4" name="Google Shape;1084;p26"/>
            <p:cNvSpPr/>
            <p:nvPr/>
          </p:nvSpPr>
          <p:spPr>
            <a:xfrm flipH="1">
              <a:off x="955080" y="47732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085" name="Google Shape;1085;p26"/>
          <p:cNvSpPr/>
          <p:nvPr/>
        </p:nvSpPr>
        <p:spPr>
          <a:xfrm rot="10800000">
            <a:off x="8557560" y="4011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086" name="Google Shape;1086;p26"/>
          <p:cNvGrpSpPr/>
          <p:nvPr/>
        </p:nvGrpSpPr>
        <p:grpSpPr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1087" name="Google Shape;1087;p26"/>
            <p:cNvSpPr/>
            <p:nvPr/>
          </p:nvSpPr>
          <p:spPr>
            <a:xfrm rot="5400000">
              <a:off x="8567640" y="417168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8" name="Google Shape;1088;p26"/>
            <p:cNvSpPr/>
            <p:nvPr/>
          </p:nvSpPr>
          <p:spPr>
            <a:xfrm rot="5400000">
              <a:off x="9340200" y="4898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9" name="Google Shape;1089;p26"/>
            <p:cNvSpPr/>
            <p:nvPr/>
          </p:nvSpPr>
          <p:spPr>
            <a:xfrm rot="5400000">
              <a:off x="9365040" y="49226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0" name="Google Shape;1090;p26"/>
            <p:cNvSpPr/>
            <p:nvPr/>
          </p:nvSpPr>
          <p:spPr>
            <a:xfrm rot="5400000">
              <a:off x="7911360" y="4688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1" name="Google Shape;1091;p26"/>
            <p:cNvSpPr/>
            <p:nvPr/>
          </p:nvSpPr>
          <p:spPr>
            <a:xfrm rot="5400000">
              <a:off x="7935480" y="47134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92" name="Google Shape;1092;p26"/>
          <p:cNvGrpSpPr/>
          <p:nvPr/>
        </p:nvGrpSpPr>
        <p:grpSpPr>
          <a:xfrm>
            <a:off x="1434600" y="384480"/>
            <a:ext cx="1252800" cy="50760"/>
            <a:chOff x="1434600" y="384480"/>
            <a:chExt cx="1252800" cy="50760"/>
          </a:xfrm>
        </p:grpSpPr>
        <p:sp>
          <p:nvSpPr>
            <p:cNvPr id="1093" name="Google Shape;1093;p26"/>
            <p:cNvSpPr/>
            <p:nvPr/>
          </p:nvSpPr>
          <p:spPr>
            <a:xfrm>
              <a:off x="14346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4" name="Google Shape;1094;p26"/>
            <p:cNvSpPr/>
            <p:nvPr/>
          </p:nvSpPr>
          <p:spPr>
            <a:xfrm>
              <a:off x="15271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5" name="Google Shape;1095;p26"/>
            <p:cNvSpPr/>
            <p:nvPr/>
          </p:nvSpPr>
          <p:spPr>
            <a:xfrm>
              <a:off x="16196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6" name="Google Shape;1096;p26"/>
            <p:cNvSpPr/>
            <p:nvPr/>
          </p:nvSpPr>
          <p:spPr>
            <a:xfrm>
              <a:off x="171216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7" name="Google Shape;1097;p26"/>
            <p:cNvSpPr/>
            <p:nvPr/>
          </p:nvSpPr>
          <p:spPr>
            <a:xfrm>
              <a:off x="180468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8" name="Google Shape;1098;p26"/>
            <p:cNvSpPr/>
            <p:nvPr/>
          </p:nvSpPr>
          <p:spPr>
            <a:xfrm>
              <a:off x="18972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99" name="Google Shape;1099;p26"/>
            <p:cNvSpPr/>
            <p:nvPr/>
          </p:nvSpPr>
          <p:spPr>
            <a:xfrm>
              <a:off x="198936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0" name="Google Shape;1100;p26"/>
            <p:cNvSpPr/>
            <p:nvPr/>
          </p:nvSpPr>
          <p:spPr>
            <a:xfrm>
              <a:off x="208188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1" name="Google Shape;1101;p26"/>
            <p:cNvSpPr/>
            <p:nvPr/>
          </p:nvSpPr>
          <p:spPr>
            <a:xfrm>
              <a:off x="21744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2" name="Google Shape;1102;p26"/>
            <p:cNvSpPr/>
            <p:nvPr/>
          </p:nvSpPr>
          <p:spPr>
            <a:xfrm>
              <a:off x="22669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3" name="Google Shape;1103;p26"/>
            <p:cNvSpPr/>
            <p:nvPr/>
          </p:nvSpPr>
          <p:spPr>
            <a:xfrm>
              <a:off x="23594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4" name="Google Shape;1104;p26"/>
            <p:cNvSpPr/>
            <p:nvPr/>
          </p:nvSpPr>
          <p:spPr>
            <a:xfrm>
              <a:off x="245160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5" name="Google Shape;1105;p26"/>
            <p:cNvSpPr/>
            <p:nvPr/>
          </p:nvSpPr>
          <p:spPr>
            <a:xfrm>
              <a:off x="254412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06" name="Google Shape;1106;p26"/>
            <p:cNvSpPr/>
            <p:nvPr/>
          </p:nvSpPr>
          <p:spPr>
            <a:xfrm>
              <a:off x="2636640" y="38448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07" name="Google Shape;1107;p26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9" name="Google Shape;1109;p2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110" name="Google Shape;1110;p27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1" name="Google Shape;1111;p27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2" name="Google Shape;1112;p27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3" name="Google Shape;1113;p27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4" name="Google Shape;1114;p27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5" name="Google Shape;1115;p27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6" name="Google Shape;1116;p27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7" name="Google Shape;1117;p27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8" name="Google Shape;1118;p27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9" name="Google Shape;1119;p27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0" name="Google Shape;1120;p27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1" name="Google Shape;1121;p27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2" name="Google Shape;1122;p27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3" name="Google Shape;1123;p27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4" name="Google Shape;1124;p27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5" name="Google Shape;1125;p27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6" name="Google Shape;1126;p27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7" name="Google Shape;1127;p27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8" name="Google Shape;1128;p27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9" name="Google Shape;1129;p27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0" name="Google Shape;1130;p27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1" name="Google Shape;1131;p27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2" name="Google Shape;1132;p27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3" name="Google Shape;1133;p27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4" name="Google Shape;1134;p27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5" name="Google Shape;1135;p27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6" name="Google Shape;1136;p27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7" name="Google Shape;1137;p27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8" name="Google Shape;1138;p27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39" name="Google Shape;1139;p27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0" name="Google Shape;1140;p27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1" name="Google Shape;1141;p27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2" name="Google Shape;1142;p27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3" name="Google Shape;1143;p27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4" name="Google Shape;1144;p27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5" name="Google Shape;1145;p27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6" name="Google Shape;1146;p27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47" name="Google Shape;1147;p27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48" name="Google Shape;1148;p27"/>
          <p:cNvSpPr txBox="1"/>
          <p:nvPr>
            <p:ph type="title"/>
          </p:nvPr>
        </p:nvSpPr>
        <p:spPr>
          <a:xfrm>
            <a:off x="1208520" y="2089080"/>
            <a:ext cx="6726600" cy="84132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49" name="Google Shape;1149;p27"/>
          <p:cNvSpPr txBox="1"/>
          <p:nvPr>
            <p:ph idx="2" type="title"/>
          </p:nvPr>
        </p:nvSpPr>
        <p:spPr>
          <a:xfrm>
            <a:off x="3132360" y="1168560"/>
            <a:ext cx="2878920" cy="920520"/>
          </a:xfrm>
          <a:prstGeom prst="rect">
            <a:avLst/>
          </a:prstGeom>
          <a:noFill/>
          <a:ln>
            <a:noFill/>
          </a:ln>
          <a:effectLst>
            <a:outerShdw blurRad="57240" rotWithShape="0">
              <a:srgbClr val="8FFFFF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50" name="Google Shape;1150;p27"/>
          <p:cNvSpPr/>
          <p:nvPr/>
        </p:nvSpPr>
        <p:spPr>
          <a:xfrm flipH="1" rot="10800000">
            <a:off x="7847280" y="41259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394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151" name="Google Shape;1151;p27"/>
          <p:cNvGrpSpPr/>
          <p:nvPr/>
        </p:nvGrpSpPr>
        <p:grpSpPr>
          <a:xfrm>
            <a:off x="8019900" y="4450500"/>
            <a:ext cx="241560" cy="883080"/>
            <a:chOff x="8019900" y="4450500"/>
            <a:chExt cx="241560" cy="883080"/>
          </a:xfrm>
        </p:grpSpPr>
        <p:sp>
          <p:nvSpPr>
            <p:cNvPr id="1152" name="Google Shape;1152;p27"/>
            <p:cNvSpPr/>
            <p:nvPr/>
          </p:nvSpPr>
          <p:spPr>
            <a:xfrm flipH="1" rot="-5400000">
              <a:off x="8064720" y="440568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3" name="Google Shape;1153;p27"/>
            <p:cNvSpPr/>
            <p:nvPr/>
          </p:nvSpPr>
          <p:spPr>
            <a:xfrm flipH="1" rot="-5400000">
              <a:off x="8065440" y="45529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4" name="Google Shape;1154;p27"/>
            <p:cNvSpPr/>
            <p:nvPr/>
          </p:nvSpPr>
          <p:spPr>
            <a:xfrm flipH="1" rot="-5400000">
              <a:off x="8065440" y="469908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5" name="Google Shape;1155;p27"/>
            <p:cNvSpPr/>
            <p:nvPr/>
          </p:nvSpPr>
          <p:spPr>
            <a:xfrm flipH="1" rot="-5400000">
              <a:off x="8065440" y="48452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6" name="Google Shape;1156;p27"/>
            <p:cNvSpPr/>
            <p:nvPr/>
          </p:nvSpPr>
          <p:spPr>
            <a:xfrm flipH="1" rot="-5400000">
              <a:off x="8065440" y="49914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57" name="Google Shape;1157;p27"/>
            <p:cNvSpPr/>
            <p:nvPr/>
          </p:nvSpPr>
          <p:spPr>
            <a:xfrm flipH="1" rot="-5400000">
              <a:off x="8065440" y="5137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58" name="Google Shape;1158;p27"/>
          <p:cNvSpPr/>
          <p:nvPr/>
        </p:nvSpPr>
        <p:spPr>
          <a:xfrm flipH="1">
            <a:off x="8088840" y="1535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1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159" name="Google Shape;1159;p27"/>
          <p:cNvGrpSpPr/>
          <p:nvPr/>
        </p:nvGrpSpPr>
        <p:grpSpPr>
          <a:xfrm>
            <a:off x="8658720" y="2349000"/>
            <a:ext cx="1822680" cy="196560"/>
            <a:chOff x="8658720" y="2349000"/>
            <a:chExt cx="1822680" cy="196560"/>
          </a:xfrm>
        </p:grpSpPr>
        <p:sp>
          <p:nvSpPr>
            <p:cNvPr id="1160" name="Google Shape;1160;p27"/>
            <p:cNvSpPr/>
            <p:nvPr/>
          </p:nvSpPr>
          <p:spPr>
            <a:xfrm>
              <a:off x="8757720" y="239544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1" name="Google Shape;1161;p27"/>
            <p:cNvSpPr/>
            <p:nvPr/>
          </p:nvSpPr>
          <p:spPr>
            <a:xfrm>
              <a:off x="8658720" y="2349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2" name="Google Shape;1162;p27"/>
            <p:cNvSpPr/>
            <p:nvPr/>
          </p:nvSpPr>
          <p:spPr>
            <a:xfrm>
              <a:off x="8683560" y="23738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63" name="Google Shape;1163;p27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64" name="Google Shape;1164;p27"/>
          <p:cNvSpPr/>
          <p:nvPr/>
        </p:nvSpPr>
        <p:spPr>
          <a:xfrm>
            <a:off x="16920" y="86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165" name="Google Shape;1165;p27"/>
          <p:cNvGrpSpPr/>
          <p:nvPr/>
        </p:nvGrpSpPr>
        <p:grpSpPr>
          <a:xfrm>
            <a:off x="-270720" y="314280"/>
            <a:ext cx="1520280" cy="301680"/>
            <a:chOff x="-270720" y="314280"/>
            <a:chExt cx="1520280" cy="301680"/>
          </a:xfrm>
        </p:grpSpPr>
        <p:sp>
          <p:nvSpPr>
            <p:cNvPr id="1166" name="Google Shape;1166;p27"/>
            <p:cNvSpPr/>
            <p:nvPr/>
          </p:nvSpPr>
          <p:spPr>
            <a:xfrm rot="-5400000">
              <a:off x="384120" y="-20268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7" name="Google Shape;1167;p27"/>
            <p:cNvSpPr/>
            <p:nvPr/>
          </p:nvSpPr>
          <p:spPr>
            <a:xfrm rot="-5400000">
              <a:off x="-270720" y="3142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8" name="Google Shape;1168;p27"/>
            <p:cNvSpPr/>
            <p:nvPr/>
          </p:nvSpPr>
          <p:spPr>
            <a:xfrm rot="-5400000">
              <a:off x="-246960" y="339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69" name="Google Shape;1169;p27"/>
            <p:cNvSpPr/>
            <p:nvPr/>
          </p:nvSpPr>
          <p:spPr>
            <a:xfrm rot="-5400000">
              <a:off x="1158120" y="524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0" name="Google Shape;1170;p27"/>
            <p:cNvSpPr/>
            <p:nvPr/>
          </p:nvSpPr>
          <p:spPr>
            <a:xfrm rot="-5400000">
              <a:off x="1182600" y="5486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71" name="Google Shape;1171;p27"/>
          <p:cNvGrpSpPr/>
          <p:nvPr/>
        </p:nvGrpSpPr>
        <p:grpSpPr>
          <a:xfrm>
            <a:off x="5134680" y="4950360"/>
            <a:ext cx="1520640" cy="301680"/>
            <a:chOff x="5134680" y="4950360"/>
            <a:chExt cx="1520640" cy="301680"/>
          </a:xfrm>
        </p:grpSpPr>
        <p:sp>
          <p:nvSpPr>
            <p:cNvPr id="1172" name="Google Shape;1172;p27"/>
            <p:cNvSpPr/>
            <p:nvPr/>
          </p:nvSpPr>
          <p:spPr>
            <a:xfrm>
              <a:off x="5228280" y="49968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3" name="Google Shape;1173;p27"/>
            <p:cNvSpPr/>
            <p:nvPr/>
          </p:nvSpPr>
          <p:spPr>
            <a:xfrm>
              <a:off x="6563880" y="5160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4" name="Google Shape;1174;p27"/>
            <p:cNvSpPr/>
            <p:nvPr/>
          </p:nvSpPr>
          <p:spPr>
            <a:xfrm>
              <a:off x="6587640" y="51850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5" name="Google Shape;1175;p27"/>
            <p:cNvSpPr/>
            <p:nvPr/>
          </p:nvSpPr>
          <p:spPr>
            <a:xfrm>
              <a:off x="5134680" y="49503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76" name="Google Shape;1176;p27"/>
            <p:cNvSpPr/>
            <p:nvPr/>
          </p:nvSpPr>
          <p:spPr>
            <a:xfrm>
              <a:off x="5158800" y="49752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177" name="Google Shape;1177;p27"/>
          <p:cNvGrpSpPr/>
          <p:nvPr/>
        </p:nvGrpSpPr>
        <p:grpSpPr>
          <a:xfrm>
            <a:off x="8419680" y="3307320"/>
            <a:ext cx="1105920" cy="133560"/>
            <a:chOff x="8419680" y="3307320"/>
            <a:chExt cx="1105920" cy="133560"/>
          </a:xfrm>
        </p:grpSpPr>
        <p:grpSp>
          <p:nvGrpSpPr>
            <p:cNvPr id="1178" name="Google Shape;1178;p27"/>
            <p:cNvGrpSpPr/>
            <p:nvPr/>
          </p:nvGrpSpPr>
          <p:grpSpPr>
            <a:xfrm>
              <a:off x="8419680" y="3390120"/>
              <a:ext cx="883080" cy="50760"/>
              <a:chOff x="8419680" y="3390120"/>
              <a:chExt cx="883080" cy="50760"/>
            </a:xfrm>
          </p:grpSpPr>
          <p:sp>
            <p:nvSpPr>
              <p:cNvPr id="1179" name="Google Shape;1179;p27"/>
              <p:cNvSpPr/>
              <p:nvPr/>
            </p:nvSpPr>
            <p:spPr>
              <a:xfrm>
                <a:off x="84196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0" name="Google Shape;1180;p27"/>
              <p:cNvSpPr/>
              <p:nvPr/>
            </p:nvSpPr>
            <p:spPr>
              <a:xfrm>
                <a:off x="851220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1" name="Google Shape;1181;p27"/>
              <p:cNvSpPr/>
              <p:nvPr/>
            </p:nvSpPr>
            <p:spPr>
              <a:xfrm>
                <a:off x="860472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2" name="Google Shape;1182;p27"/>
              <p:cNvSpPr/>
              <p:nvPr/>
            </p:nvSpPr>
            <p:spPr>
              <a:xfrm>
                <a:off x="869724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3" name="Google Shape;1183;p27"/>
              <p:cNvSpPr/>
              <p:nvPr/>
            </p:nvSpPr>
            <p:spPr>
              <a:xfrm>
                <a:off x="878976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4" name="Google Shape;1184;p27"/>
              <p:cNvSpPr/>
              <p:nvPr/>
            </p:nvSpPr>
            <p:spPr>
              <a:xfrm>
                <a:off x="88822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5" name="Google Shape;1185;p27"/>
              <p:cNvSpPr/>
              <p:nvPr/>
            </p:nvSpPr>
            <p:spPr>
              <a:xfrm>
                <a:off x="897444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6" name="Google Shape;1186;p27"/>
              <p:cNvSpPr/>
              <p:nvPr/>
            </p:nvSpPr>
            <p:spPr>
              <a:xfrm>
                <a:off x="906696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7" name="Google Shape;1187;p27"/>
              <p:cNvSpPr/>
              <p:nvPr/>
            </p:nvSpPr>
            <p:spPr>
              <a:xfrm>
                <a:off x="915948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88" name="Google Shape;1188;p27"/>
              <p:cNvSpPr/>
              <p:nvPr/>
            </p:nvSpPr>
            <p:spPr>
              <a:xfrm>
                <a:off x="9252000" y="33901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189" name="Google Shape;1189;p27"/>
            <p:cNvGrpSpPr/>
            <p:nvPr/>
          </p:nvGrpSpPr>
          <p:grpSpPr>
            <a:xfrm>
              <a:off x="8642520" y="3307320"/>
              <a:ext cx="883080" cy="50760"/>
              <a:chOff x="8642520" y="3307320"/>
              <a:chExt cx="883080" cy="50760"/>
            </a:xfrm>
          </p:grpSpPr>
          <p:sp>
            <p:nvSpPr>
              <p:cNvPr id="1190" name="Google Shape;1190;p27"/>
              <p:cNvSpPr/>
              <p:nvPr/>
            </p:nvSpPr>
            <p:spPr>
              <a:xfrm>
                <a:off x="86425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1" name="Google Shape;1191;p27"/>
              <p:cNvSpPr/>
              <p:nvPr/>
            </p:nvSpPr>
            <p:spPr>
              <a:xfrm>
                <a:off x="87350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2" name="Google Shape;1192;p27"/>
              <p:cNvSpPr/>
              <p:nvPr/>
            </p:nvSpPr>
            <p:spPr>
              <a:xfrm>
                <a:off x="882756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3" name="Google Shape;1193;p27"/>
              <p:cNvSpPr/>
              <p:nvPr/>
            </p:nvSpPr>
            <p:spPr>
              <a:xfrm>
                <a:off x="89197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4" name="Google Shape;1194;p27"/>
              <p:cNvSpPr/>
              <p:nvPr/>
            </p:nvSpPr>
            <p:spPr>
              <a:xfrm>
                <a:off x="90122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5" name="Google Shape;1195;p27"/>
              <p:cNvSpPr/>
              <p:nvPr/>
            </p:nvSpPr>
            <p:spPr>
              <a:xfrm>
                <a:off x="910476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6" name="Google Shape;1196;p27"/>
              <p:cNvSpPr/>
              <p:nvPr/>
            </p:nvSpPr>
            <p:spPr>
              <a:xfrm>
                <a:off x="919728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7" name="Google Shape;1197;p27"/>
              <p:cNvSpPr/>
              <p:nvPr/>
            </p:nvSpPr>
            <p:spPr>
              <a:xfrm>
                <a:off x="928980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8" name="Google Shape;1198;p27"/>
              <p:cNvSpPr/>
              <p:nvPr/>
            </p:nvSpPr>
            <p:spPr>
              <a:xfrm>
                <a:off x="938232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199" name="Google Shape;1199;p27"/>
              <p:cNvSpPr/>
              <p:nvPr/>
            </p:nvSpPr>
            <p:spPr>
              <a:xfrm>
                <a:off x="9474840" y="33073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200" name="Google Shape;1200;p27"/>
          <p:cNvSpPr/>
          <p:nvPr/>
        </p:nvSpPr>
        <p:spPr>
          <a:xfrm>
            <a:off x="-1414440" y="402372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01" name="Google Shape;1201;p27"/>
          <p:cNvSpPr/>
          <p:nvPr/>
        </p:nvSpPr>
        <p:spPr>
          <a:xfrm>
            <a:off x="-1111320" y="37443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202" name="Google Shape;1202;p27"/>
          <p:cNvGrpSpPr/>
          <p:nvPr/>
        </p:nvGrpSpPr>
        <p:grpSpPr>
          <a:xfrm>
            <a:off x="-154440" y="2431440"/>
            <a:ext cx="882360" cy="241560"/>
            <a:chOff x="-154440" y="2431440"/>
            <a:chExt cx="882360" cy="241560"/>
          </a:xfrm>
        </p:grpSpPr>
        <p:sp>
          <p:nvSpPr>
            <p:cNvPr id="1203" name="Google Shape;1203;p27"/>
            <p:cNvSpPr/>
            <p:nvPr/>
          </p:nvSpPr>
          <p:spPr>
            <a:xfrm rot="10800000">
              <a:off x="576000" y="24314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4" name="Google Shape;1204;p27"/>
            <p:cNvSpPr/>
            <p:nvPr/>
          </p:nvSpPr>
          <p:spPr>
            <a:xfrm rot="10800000">
              <a:off x="430200" y="24314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5" name="Google Shape;1205;p27"/>
            <p:cNvSpPr/>
            <p:nvPr/>
          </p:nvSpPr>
          <p:spPr>
            <a:xfrm rot="10800000">
              <a:off x="28404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6" name="Google Shape;1206;p27"/>
            <p:cNvSpPr/>
            <p:nvPr/>
          </p:nvSpPr>
          <p:spPr>
            <a:xfrm rot="10800000">
              <a:off x="13752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7" name="Google Shape;1207;p27"/>
            <p:cNvSpPr/>
            <p:nvPr/>
          </p:nvSpPr>
          <p:spPr>
            <a:xfrm rot="10800000">
              <a:off x="-828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8" name="Google Shape;1208;p27"/>
            <p:cNvSpPr/>
            <p:nvPr/>
          </p:nvSpPr>
          <p:spPr>
            <a:xfrm rot="10800000">
              <a:off x="-154440" y="2431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5">
  <p:cSld name="BLANK_5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0" name="Google Shape;1210;p2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211" name="Google Shape;1211;p28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2" name="Google Shape;1212;p28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3" name="Google Shape;1213;p28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4" name="Google Shape;1214;p28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5" name="Google Shape;1215;p28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6" name="Google Shape;1216;p28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7" name="Google Shape;1217;p28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8" name="Google Shape;1218;p28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9" name="Google Shape;1219;p28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0" name="Google Shape;1220;p28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1" name="Google Shape;1221;p28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2" name="Google Shape;1222;p28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3" name="Google Shape;1223;p28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4" name="Google Shape;1224;p28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5" name="Google Shape;1225;p28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6" name="Google Shape;1226;p28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7" name="Google Shape;1227;p28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8" name="Google Shape;1228;p28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29" name="Google Shape;1229;p28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0" name="Google Shape;1230;p28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1" name="Google Shape;1231;p28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2" name="Google Shape;1232;p28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3" name="Google Shape;1233;p28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4" name="Google Shape;1234;p28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5" name="Google Shape;1235;p28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6" name="Google Shape;1236;p28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7" name="Google Shape;1237;p28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8" name="Google Shape;1238;p28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39" name="Google Shape;1239;p28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0" name="Google Shape;1240;p28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1" name="Google Shape;1241;p28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2" name="Google Shape;1242;p28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3" name="Google Shape;1243;p28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4" name="Google Shape;1244;p28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5" name="Google Shape;1245;p28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6" name="Google Shape;1246;p28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7" name="Google Shape;1247;p28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8" name="Google Shape;1248;p28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49" name="Google Shape;1249;p28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50" name="Google Shape;1250;p28"/>
          <p:cNvSpPr txBox="1"/>
          <p:nvPr>
            <p:ph idx="2" type="title"/>
          </p:nvPr>
        </p:nvSpPr>
        <p:spPr>
          <a:xfrm>
            <a:off x="755640" y="2900880"/>
            <a:ext cx="226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51" name="Google Shape;1251;p28"/>
          <p:cNvSpPr txBox="1"/>
          <p:nvPr>
            <p:ph idx="3" type="title"/>
          </p:nvPr>
        </p:nvSpPr>
        <p:spPr>
          <a:xfrm>
            <a:off x="3443760" y="2900880"/>
            <a:ext cx="226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52" name="Google Shape;1252;p28"/>
          <p:cNvSpPr txBox="1"/>
          <p:nvPr>
            <p:ph idx="4" type="title"/>
          </p:nvPr>
        </p:nvSpPr>
        <p:spPr>
          <a:xfrm>
            <a:off x="6132600" y="2900880"/>
            <a:ext cx="22651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253" name="Google Shape;1253;p28"/>
          <p:cNvGrpSpPr/>
          <p:nvPr/>
        </p:nvGrpSpPr>
        <p:grpSpPr>
          <a:xfrm>
            <a:off x="-720" y="-76320"/>
            <a:ext cx="586440" cy="1284120"/>
            <a:chOff x="-720" y="-76320"/>
            <a:chExt cx="586440" cy="1284120"/>
          </a:xfrm>
        </p:grpSpPr>
        <p:sp>
          <p:nvSpPr>
            <p:cNvPr id="1254" name="Google Shape;1254;p28"/>
            <p:cNvSpPr/>
            <p:nvPr/>
          </p:nvSpPr>
          <p:spPr>
            <a:xfrm flipH="1">
              <a:off x="-720" y="-7632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255" name="Google Shape;1255;p28"/>
            <p:cNvGrpSpPr/>
            <p:nvPr/>
          </p:nvGrpSpPr>
          <p:grpSpPr>
            <a:xfrm>
              <a:off x="172620" y="180"/>
              <a:ext cx="241560" cy="882720"/>
              <a:chOff x="172620" y="180"/>
              <a:chExt cx="241560" cy="882720"/>
            </a:xfrm>
          </p:grpSpPr>
          <p:sp>
            <p:nvSpPr>
              <p:cNvPr id="1256" name="Google Shape;1256;p28"/>
              <p:cNvSpPr/>
              <p:nvPr/>
            </p:nvSpPr>
            <p:spPr>
              <a:xfrm flipH="1" rot="5400000">
                <a:off x="217440" y="68616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57" name="Google Shape;1257;p28"/>
              <p:cNvSpPr/>
              <p:nvPr/>
            </p:nvSpPr>
            <p:spPr>
              <a:xfrm flipH="1" rot="5400000">
                <a:off x="218160" y="53928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58" name="Google Shape;1258;p28"/>
              <p:cNvSpPr/>
              <p:nvPr/>
            </p:nvSpPr>
            <p:spPr>
              <a:xfrm flipH="1" rot="5400000">
                <a:off x="218160" y="392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59" name="Google Shape;1259;p28"/>
              <p:cNvSpPr/>
              <p:nvPr/>
            </p:nvSpPr>
            <p:spPr>
              <a:xfrm flipH="1" rot="5400000">
                <a:off x="218160" y="2466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60" name="Google Shape;1260;p28"/>
              <p:cNvSpPr/>
              <p:nvPr/>
            </p:nvSpPr>
            <p:spPr>
              <a:xfrm flipH="1" rot="5400000">
                <a:off x="218160" y="10044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261" name="Google Shape;1261;p28"/>
              <p:cNvSpPr/>
              <p:nvPr/>
            </p:nvSpPr>
            <p:spPr>
              <a:xfrm flipH="1" rot="5400000">
                <a:off x="218160" y="-453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262" name="Google Shape;1262;p28"/>
          <p:cNvGrpSpPr/>
          <p:nvPr/>
        </p:nvGrpSpPr>
        <p:grpSpPr>
          <a:xfrm>
            <a:off x="-172080" y="1892520"/>
            <a:ext cx="552600" cy="98640"/>
            <a:chOff x="-172080" y="1892520"/>
            <a:chExt cx="552600" cy="98640"/>
          </a:xfrm>
        </p:grpSpPr>
        <p:sp>
          <p:nvSpPr>
            <p:cNvPr id="1263" name="Google Shape;1263;p28"/>
            <p:cNvSpPr/>
            <p:nvPr/>
          </p:nvSpPr>
          <p:spPr>
            <a:xfrm rot="5400000">
              <a:off x="281880" y="18925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4" name="Google Shape;1264;p28"/>
            <p:cNvSpPr/>
            <p:nvPr/>
          </p:nvSpPr>
          <p:spPr>
            <a:xfrm rot="5400000">
              <a:off x="308520" y="19195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5" name="Google Shape;1265;p28"/>
            <p:cNvSpPr/>
            <p:nvPr/>
          </p:nvSpPr>
          <p:spPr>
            <a:xfrm rot="5400000">
              <a:off x="-172080" y="18954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6" name="Google Shape;1266;p28"/>
            <p:cNvSpPr/>
            <p:nvPr/>
          </p:nvSpPr>
          <p:spPr>
            <a:xfrm rot="5400000">
              <a:off x="-148320" y="19195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7" name="Google Shape;1267;p28"/>
            <p:cNvSpPr/>
            <p:nvPr/>
          </p:nvSpPr>
          <p:spPr>
            <a:xfrm rot="5400000">
              <a:off x="103680" y="17568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268" name="Google Shape;1268;p28"/>
          <p:cNvSpPr/>
          <p:nvPr/>
        </p:nvSpPr>
        <p:spPr>
          <a:xfrm rot="-5400000">
            <a:off x="348840" y="40190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269" name="Google Shape;1269;p28"/>
          <p:cNvGrpSpPr/>
          <p:nvPr/>
        </p:nvGrpSpPr>
        <p:grpSpPr>
          <a:xfrm>
            <a:off x="8670240" y="3693240"/>
            <a:ext cx="296100" cy="1822140"/>
            <a:chOff x="8670240" y="3693240"/>
            <a:chExt cx="296100" cy="1822140"/>
          </a:xfrm>
        </p:grpSpPr>
        <p:sp>
          <p:nvSpPr>
            <p:cNvPr id="1270" name="Google Shape;1270;p28"/>
            <p:cNvSpPr/>
            <p:nvPr/>
          </p:nvSpPr>
          <p:spPr>
            <a:xfrm flipH="1" rot="-5400000">
              <a:off x="8029440" y="45784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1" name="Google Shape;1271;p28"/>
            <p:cNvSpPr/>
            <p:nvPr/>
          </p:nvSpPr>
          <p:spPr>
            <a:xfrm flipH="1" rot="-5400000">
              <a:off x="8670240" y="42894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2" name="Google Shape;1272;p28"/>
            <p:cNvSpPr/>
            <p:nvPr/>
          </p:nvSpPr>
          <p:spPr>
            <a:xfrm flipH="1" rot="-5400000">
              <a:off x="8694720" y="431388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3" name="Google Shape;1273;p28"/>
            <p:cNvSpPr/>
            <p:nvPr/>
          </p:nvSpPr>
          <p:spPr>
            <a:xfrm flipH="1" rot="-5400000">
              <a:off x="8769960" y="3693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4" name="Google Shape;1274;p28"/>
            <p:cNvSpPr/>
            <p:nvPr/>
          </p:nvSpPr>
          <p:spPr>
            <a:xfrm flipH="1" rot="-5400000">
              <a:off x="8794440" y="371736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5" name="Google Shape;1275;p28"/>
            <p:cNvSpPr/>
            <p:nvPr/>
          </p:nvSpPr>
          <p:spPr>
            <a:xfrm flipH="1" rot="-5400000">
              <a:off x="8236800" y="486000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76" name="Google Shape;1276;p28"/>
          <p:cNvGrpSpPr/>
          <p:nvPr/>
        </p:nvGrpSpPr>
        <p:grpSpPr>
          <a:xfrm>
            <a:off x="7120440" y="-108000"/>
            <a:ext cx="1520640" cy="301680"/>
            <a:chOff x="7120440" y="-108000"/>
            <a:chExt cx="1520640" cy="301680"/>
          </a:xfrm>
        </p:grpSpPr>
        <p:sp>
          <p:nvSpPr>
            <p:cNvPr id="1277" name="Google Shape;1277;p28"/>
            <p:cNvSpPr/>
            <p:nvPr/>
          </p:nvSpPr>
          <p:spPr>
            <a:xfrm flipH="1">
              <a:off x="721188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8" name="Google Shape;1278;p28"/>
            <p:cNvSpPr/>
            <p:nvPr/>
          </p:nvSpPr>
          <p:spPr>
            <a:xfrm flipH="1">
              <a:off x="712044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9" name="Google Shape;1279;p28"/>
            <p:cNvSpPr/>
            <p:nvPr/>
          </p:nvSpPr>
          <p:spPr>
            <a:xfrm flipH="1">
              <a:off x="714456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0" name="Google Shape;1280;p28"/>
            <p:cNvSpPr/>
            <p:nvPr/>
          </p:nvSpPr>
          <p:spPr>
            <a:xfrm flipH="1">
              <a:off x="854964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1" name="Google Shape;1281;p28"/>
            <p:cNvSpPr/>
            <p:nvPr/>
          </p:nvSpPr>
          <p:spPr>
            <a:xfrm flipH="1">
              <a:off x="857376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82" name="Google Shape;1282;p28"/>
          <p:cNvGrpSpPr/>
          <p:nvPr/>
        </p:nvGrpSpPr>
        <p:grpSpPr>
          <a:xfrm>
            <a:off x="8455320" y="1287360"/>
            <a:ext cx="882720" cy="241560"/>
            <a:chOff x="8455320" y="1287360"/>
            <a:chExt cx="882720" cy="241560"/>
          </a:xfrm>
        </p:grpSpPr>
        <p:sp>
          <p:nvSpPr>
            <p:cNvPr id="1283" name="Google Shape;1283;p28"/>
            <p:cNvSpPr/>
            <p:nvPr/>
          </p:nvSpPr>
          <p:spPr>
            <a:xfrm>
              <a:off x="8455320" y="12873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4" name="Google Shape;1284;p28"/>
            <p:cNvSpPr/>
            <p:nvPr/>
          </p:nvSpPr>
          <p:spPr>
            <a:xfrm>
              <a:off x="8602560" y="12873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5" name="Google Shape;1285;p28"/>
            <p:cNvSpPr/>
            <p:nvPr/>
          </p:nvSpPr>
          <p:spPr>
            <a:xfrm>
              <a:off x="8748720" y="128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6" name="Google Shape;1286;p28"/>
            <p:cNvSpPr/>
            <p:nvPr/>
          </p:nvSpPr>
          <p:spPr>
            <a:xfrm>
              <a:off x="8894880" y="128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7" name="Google Shape;1287;p28"/>
            <p:cNvSpPr/>
            <p:nvPr/>
          </p:nvSpPr>
          <p:spPr>
            <a:xfrm>
              <a:off x="9041400" y="128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8" name="Google Shape;1288;p28"/>
            <p:cNvSpPr/>
            <p:nvPr/>
          </p:nvSpPr>
          <p:spPr>
            <a:xfrm>
              <a:off x="9187560" y="128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6">
  <p:cSld name="BLANK_6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0" name="Google Shape;1290;p2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291" name="Google Shape;1291;p29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2" name="Google Shape;1292;p29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3" name="Google Shape;1293;p29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4" name="Google Shape;1294;p29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5" name="Google Shape;1295;p29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6" name="Google Shape;1296;p29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7" name="Google Shape;1297;p29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8" name="Google Shape;1298;p29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99" name="Google Shape;1299;p29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0" name="Google Shape;1300;p29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1" name="Google Shape;1301;p29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2" name="Google Shape;1302;p29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3" name="Google Shape;1303;p29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4" name="Google Shape;1304;p29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5" name="Google Shape;1305;p29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6" name="Google Shape;1306;p29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7" name="Google Shape;1307;p29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8" name="Google Shape;1308;p29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09" name="Google Shape;1309;p29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0" name="Google Shape;1310;p29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1" name="Google Shape;1311;p29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2" name="Google Shape;1312;p29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3" name="Google Shape;1313;p29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4" name="Google Shape;1314;p29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5" name="Google Shape;1315;p29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6" name="Google Shape;1316;p29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7" name="Google Shape;1317;p29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8" name="Google Shape;1318;p29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19" name="Google Shape;1319;p29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0" name="Google Shape;1320;p29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1" name="Google Shape;1321;p29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2" name="Google Shape;1322;p29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3" name="Google Shape;1323;p29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4" name="Google Shape;1324;p29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5" name="Google Shape;1325;p29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6" name="Google Shape;1326;p29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7" name="Google Shape;1327;p29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28" name="Google Shape;1328;p29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329" name="Google Shape;1329;p29"/>
          <p:cNvSpPr txBox="1"/>
          <p:nvPr>
            <p:ph type="title"/>
          </p:nvPr>
        </p:nvSpPr>
        <p:spPr>
          <a:xfrm>
            <a:off x="2246400" y="1636200"/>
            <a:ext cx="201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30" name="Google Shape;1330;p29"/>
          <p:cNvSpPr txBox="1"/>
          <p:nvPr>
            <p:ph idx="2" type="title"/>
          </p:nvPr>
        </p:nvSpPr>
        <p:spPr>
          <a:xfrm>
            <a:off x="6172560" y="1636200"/>
            <a:ext cx="201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31" name="Google Shape;1331;p29"/>
          <p:cNvSpPr txBox="1"/>
          <p:nvPr>
            <p:ph idx="3" type="title"/>
          </p:nvPr>
        </p:nvSpPr>
        <p:spPr>
          <a:xfrm>
            <a:off x="2204280" y="3315240"/>
            <a:ext cx="21034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32" name="Google Shape;1332;p29"/>
          <p:cNvSpPr txBox="1"/>
          <p:nvPr>
            <p:ph idx="4" type="title"/>
          </p:nvPr>
        </p:nvSpPr>
        <p:spPr>
          <a:xfrm>
            <a:off x="6172560" y="3315240"/>
            <a:ext cx="201888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33" name="Google Shape;1333;p29"/>
          <p:cNvSpPr/>
          <p:nvPr/>
        </p:nvSpPr>
        <p:spPr>
          <a:xfrm>
            <a:off x="0" y="-993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334" name="Google Shape;1334;p29"/>
          <p:cNvGrpSpPr/>
          <p:nvPr/>
        </p:nvGrpSpPr>
        <p:grpSpPr>
          <a:xfrm>
            <a:off x="-500760" y="161280"/>
            <a:ext cx="1520640" cy="301680"/>
            <a:chOff x="-500760" y="161280"/>
            <a:chExt cx="1520640" cy="301680"/>
          </a:xfrm>
        </p:grpSpPr>
        <p:sp>
          <p:nvSpPr>
            <p:cNvPr id="1335" name="Google Shape;1335;p29"/>
            <p:cNvSpPr/>
            <p:nvPr/>
          </p:nvSpPr>
          <p:spPr>
            <a:xfrm>
              <a:off x="-407160" y="20772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6" name="Google Shape;1336;p29"/>
            <p:cNvSpPr/>
            <p:nvPr/>
          </p:nvSpPr>
          <p:spPr>
            <a:xfrm>
              <a:off x="928440" y="371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7" name="Google Shape;1337;p29"/>
            <p:cNvSpPr/>
            <p:nvPr/>
          </p:nvSpPr>
          <p:spPr>
            <a:xfrm>
              <a:off x="952200" y="3960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8" name="Google Shape;1338;p29"/>
            <p:cNvSpPr/>
            <p:nvPr/>
          </p:nvSpPr>
          <p:spPr>
            <a:xfrm>
              <a:off x="-500760" y="1612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39" name="Google Shape;1339;p29"/>
            <p:cNvSpPr/>
            <p:nvPr/>
          </p:nvSpPr>
          <p:spPr>
            <a:xfrm>
              <a:off x="-476640" y="186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40" name="Google Shape;1340;p29"/>
          <p:cNvGrpSpPr/>
          <p:nvPr/>
        </p:nvGrpSpPr>
        <p:grpSpPr>
          <a:xfrm>
            <a:off x="-141480" y="2229120"/>
            <a:ext cx="552600" cy="98640"/>
            <a:chOff x="-141480" y="2229120"/>
            <a:chExt cx="552600" cy="98640"/>
          </a:xfrm>
        </p:grpSpPr>
        <p:sp>
          <p:nvSpPr>
            <p:cNvPr id="1341" name="Google Shape;1341;p29"/>
            <p:cNvSpPr/>
            <p:nvPr/>
          </p:nvSpPr>
          <p:spPr>
            <a:xfrm rot="5400000">
              <a:off x="312480" y="22291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2" name="Google Shape;1342;p29"/>
            <p:cNvSpPr/>
            <p:nvPr/>
          </p:nvSpPr>
          <p:spPr>
            <a:xfrm rot="5400000">
              <a:off x="339120" y="22561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3" name="Google Shape;1343;p29"/>
            <p:cNvSpPr/>
            <p:nvPr/>
          </p:nvSpPr>
          <p:spPr>
            <a:xfrm rot="5400000">
              <a:off x="-141480" y="22323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4" name="Google Shape;1344;p29"/>
            <p:cNvSpPr/>
            <p:nvPr/>
          </p:nvSpPr>
          <p:spPr>
            <a:xfrm rot="5400000">
              <a:off x="-117720" y="2256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5" name="Google Shape;1345;p29"/>
            <p:cNvSpPr/>
            <p:nvPr/>
          </p:nvSpPr>
          <p:spPr>
            <a:xfrm rot="5400000">
              <a:off x="134640" y="20934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46" name="Google Shape;1346;p29"/>
          <p:cNvGrpSpPr/>
          <p:nvPr/>
        </p:nvGrpSpPr>
        <p:grpSpPr>
          <a:xfrm>
            <a:off x="5072400" y="4999680"/>
            <a:ext cx="1822680" cy="196560"/>
            <a:chOff x="5072400" y="4999680"/>
            <a:chExt cx="1822680" cy="196560"/>
          </a:xfrm>
        </p:grpSpPr>
        <p:sp>
          <p:nvSpPr>
            <p:cNvPr id="1347" name="Google Shape;1347;p29"/>
            <p:cNvSpPr/>
            <p:nvPr/>
          </p:nvSpPr>
          <p:spPr>
            <a:xfrm flipH="1">
              <a:off x="5072400" y="50461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8" name="Google Shape;1348;p29"/>
            <p:cNvSpPr/>
            <p:nvPr/>
          </p:nvSpPr>
          <p:spPr>
            <a:xfrm flipH="1">
              <a:off x="6803640" y="4999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49" name="Google Shape;1349;p29"/>
            <p:cNvSpPr/>
            <p:nvPr/>
          </p:nvSpPr>
          <p:spPr>
            <a:xfrm flipH="1">
              <a:off x="6826680" y="50245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350" name="Google Shape;1350;p29"/>
          <p:cNvSpPr/>
          <p:nvPr/>
        </p:nvSpPr>
        <p:spPr>
          <a:xfrm rot="-5400000">
            <a:off x="348840" y="41961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351" name="Google Shape;1351;p29"/>
          <p:cNvGrpSpPr/>
          <p:nvPr/>
        </p:nvGrpSpPr>
        <p:grpSpPr>
          <a:xfrm>
            <a:off x="8792640" y="1541160"/>
            <a:ext cx="552600" cy="98640"/>
            <a:chOff x="8792640" y="1541160"/>
            <a:chExt cx="552600" cy="98640"/>
          </a:xfrm>
        </p:grpSpPr>
        <p:sp>
          <p:nvSpPr>
            <p:cNvPr id="1352" name="Google Shape;1352;p29"/>
            <p:cNvSpPr/>
            <p:nvPr/>
          </p:nvSpPr>
          <p:spPr>
            <a:xfrm rot="5400000">
              <a:off x="9246600" y="154116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3" name="Google Shape;1353;p29"/>
            <p:cNvSpPr/>
            <p:nvPr/>
          </p:nvSpPr>
          <p:spPr>
            <a:xfrm rot="5400000">
              <a:off x="9272880" y="156816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4" name="Google Shape;1354;p29"/>
            <p:cNvSpPr/>
            <p:nvPr/>
          </p:nvSpPr>
          <p:spPr>
            <a:xfrm rot="5400000">
              <a:off x="8792640" y="15444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5" name="Google Shape;1355;p29"/>
            <p:cNvSpPr/>
            <p:nvPr/>
          </p:nvSpPr>
          <p:spPr>
            <a:xfrm rot="5400000">
              <a:off x="8816400" y="1568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56" name="Google Shape;1356;p29"/>
            <p:cNvSpPr/>
            <p:nvPr/>
          </p:nvSpPr>
          <p:spPr>
            <a:xfrm rot="5400000">
              <a:off x="9068400" y="140544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357" name="Google Shape;1357;p29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358" name="Google Shape;1358;p29"/>
          <p:cNvGrpSpPr/>
          <p:nvPr/>
        </p:nvGrpSpPr>
        <p:grpSpPr>
          <a:xfrm>
            <a:off x="5072040" y="285120"/>
            <a:ext cx="1252800" cy="50760"/>
            <a:chOff x="5072040" y="285120"/>
            <a:chExt cx="1252800" cy="50760"/>
          </a:xfrm>
        </p:grpSpPr>
        <p:sp>
          <p:nvSpPr>
            <p:cNvPr id="1359" name="Google Shape;1359;p29"/>
            <p:cNvSpPr/>
            <p:nvPr/>
          </p:nvSpPr>
          <p:spPr>
            <a:xfrm>
              <a:off x="50720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0" name="Google Shape;1360;p29"/>
            <p:cNvSpPr/>
            <p:nvPr/>
          </p:nvSpPr>
          <p:spPr>
            <a:xfrm>
              <a:off x="51645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1" name="Google Shape;1361;p29"/>
            <p:cNvSpPr/>
            <p:nvPr/>
          </p:nvSpPr>
          <p:spPr>
            <a:xfrm>
              <a:off x="52570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2" name="Google Shape;1362;p29"/>
            <p:cNvSpPr/>
            <p:nvPr/>
          </p:nvSpPr>
          <p:spPr>
            <a:xfrm>
              <a:off x="534960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3" name="Google Shape;1363;p29"/>
            <p:cNvSpPr/>
            <p:nvPr/>
          </p:nvSpPr>
          <p:spPr>
            <a:xfrm>
              <a:off x="544212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4" name="Google Shape;1364;p29"/>
            <p:cNvSpPr/>
            <p:nvPr/>
          </p:nvSpPr>
          <p:spPr>
            <a:xfrm>
              <a:off x="55342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5" name="Google Shape;1365;p29"/>
            <p:cNvSpPr/>
            <p:nvPr/>
          </p:nvSpPr>
          <p:spPr>
            <a:xfrm>
              <a:off x="562680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6" name="Google Shape;1366;p29"/>
            <p:cNvSpPr/>
            <p:nvPr/>
          </p:nvSpPr>
          <p:spPr>
            <a:xfrm>
              <a:off x="571932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7" name="Google Shape;1367;p29"/>
            <p:cNvSpPr/>
            <p:nvPr/>
          </p:nvSpPr>
          <p:spPr>
            <a:xfrm>
              <a:off x="58118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8" name="Google Shape;1368;p29"/>
            <p:cNvSpPr/>
            <p:nvPr/>
          </p:nvSpPr>
          <p:spPr>
            <a:xfrm>
              <a:off x="59043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69" name="Google Shape;1369;p29"/>
            <p:cNvSpPr/>
            <p:nvPr/>
          </p:nvSpPr>
          <p:spPr>
            <a:xfrm>
              <a:off x="59968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0" name="Google Shape;1370;p29"/>
            <p:cNvSpPr/>
            <p:nvPr/>
          </p:nvSpPr>
          <p:spPr>
            <a:xfrm>
              <a:off x="608904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1" name="Google Shape;1371;p29"/>
            <p:cNvSpPr/>
            <p:nvPr/>
          </p:nvSpPr>
          <p:spPr>
            <a:xfrm>
              <a:off x="618156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72" name="Google Shape;1372;p29"/>
            <p:cNvSpPr/>
            <p:nvPr/>
          </p:nvSpPr>
          <p:spPr>
            <a:xfrm>
              <a:off x="6274080" y="2851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373" name="Google Shape;1373;p29"/>
          <p:cNvGrpSpPr/>
          <p:nvPr/>
        </p:nvGrpSpPr>
        <p:grpSpPr>
          <a:xfrm>
            <a:off x="8557560" y="3859560"/>
            <a:ext cx="586440" cy="1522440"/>
            <a:chOff x="8557560" y="3859560"/>
            <a:chExt cx="586440" cy="1522440"/>
          </a:xfrm>
        </p:grpSpPr>
        <p:sp>
          <p:nvSpPr>
            <p:cNvPr id="1374" name="Google Shape;1374;p29"/>
            <p:cNvSpPr/>
            <p:nvPr/>
          </p:nvSpPr>
          <p:spPr>
            <a:xfrm rot="10800000">
              <a:off x="8557560" y="385956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375" name="Google Shape;1375;p29"/>
            <p:cNvGrpSpPr/>
            <p:nvPr/>
          </p:nvGrpSpPr>
          <p:grpSpPr>
            <a:xfrm>
              <a:off x="8784000" y="4276440"/>
              <a:ext cx="133560" cy="1105560"/>
              <a:chOff x="8784000" y="4276440"/>
              <a:chExt cx="133560" cy="1105560"/>
            </a:xfrm>
          </p:grpSpPr>
          <p:grpSp>
            <p:nvGrpSpPr>
              <p:cNvPr id="1376" name="Google Shape;1376;p29"/>
              <p:cNvGrpSpPr/>
              <p:nvPr/>
            </p:nvGrpSpPr>
            <p:grpSpPr>
              <a:xfrm>
                <a:off x="8784000" y="4276440"/>
                <a:ext cx="50760" cy="882720"/>
                <a:chOff x="8784000" y="4276440"/>
                <a:chExt cx="50760" cy="882720"/>
              </a:xfrm>
            </p:grpSpPr>
            <p:sp>
              <p:nvSpPr>
                <p:cNvPr id="1377" name="Google Shape;1377;p29"/>
                <p:cNvSpPr/>
                <p:nvPr/>
              </p:nvSpPr>
              <p:spPr>
                <a:xfrm rot="5400000">
                  <a:off x="8784000" y="4276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78" name="Google Shape;1378;p29"/>
                <p:cNvSpPr/>
                <p:nvPr/>
              </p:nvSpPr>
              <p:spPr>
                <a:xfrm rot="5400000">
                  <a:off x="8784000" y="43689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79" name="Google Shape;1379;p29"/>
                <p:cNvSpPr/>
                <p:nvPr/>
              </p:nvSpPr>
              <p:spPr>
                <a:xfrm rot="5400000">
                  <a:off x="8784000" y="44611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80" name="Google Shape;1380;p29"/>
                <p:cNvSpPr/>
                <p:nvPr/>
              </p:nvSpPr>
              <p:spPr>
                <a:xfrm rot="5400000">
                  <a:off x="8784000" y="45536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81" name="Google Shape;1381;p29"/>
                <p:cNvSpPr/>
                <p:nvPr/>
              </p:nvSpPr>
              <p:spPr>
                <a:xfrm rot="5400000">
                  <a:off x="8784000" y="46461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82" name="Google Shape;1382;p29"/>
                <p:cNvSpPr/>
                <p:nvPr/>
              </p:nvSpPr>
              <p:spPr>
                <a:xfrm rot="5400000">
                  <a:off x="8784000" y="47386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83" name="Google Shape;1383;p29"/>
                <p:cNvSpPr/>
                <p:nvPr/>
              </p:nvSpPr>
              <p:spPr>
                <a:xfrm rot="5400000">
                  <a:off x="8784000" y="48312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84" name="Google Shape;1384;p29"/>
                <p:cNvSpPr/>
                <p:nvPr/>
              </p:nvSpPr>
              <p:spPr>
                <a:xfrm rot="5400000">
                  <a:off x="8784000" y="49237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85" name="Google Shape;1385;p29"/>
                <p:cNvSpPr/>
                <p:nvPr/>
              </p:nvSpPr>
              <p:spPr>
                <a:xfrm rot="5400000">
                  <a:off x="8784000" y="50162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86" name="Google Shape;1386;p29"/>
                <p:cNvSpPr/>
                <p:nvPr/>
              </p:nvSpPr>
              <p:spPr>
                <a:xfrm rot="5400000">
                  <a:off x="8784000" y="51084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1387" name="Google Shape;1387;p29"/>
              <p:cNvGrpSpPr/>
              <p:nvPr/>
            </p:nvGrpSpPr>
            <p:grpSpPr>
              <a:xfrm>
                <a:off x="8866800" y="4498920"/>
                <a:ext cx="50760" cy="883080"/>
                <a:chOff x="8866800" y="4498920"/>
                <a:chExt cx="50760" cy="883080"/>
              </a:xfrm>
            </p:grpSpPr>
            <p:sp>
              <p:nvSpPr>
                <p:cNvPr id="1388" name="Google Shape;1388;p29"/>
                <p:cNvSpPr/>
                <p:nvPr/>
              </p:nvSpPr>
              <p:spPr>
                <a:xfrm rot="5400000">
                  <a:off x="8866800" y="44989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89" name="Google Shape;1389;p29"/>
                <p:cNvSpPr/>
                <p:nvPr/>
              </p:nvSpPr>
              <p:spPr>
                <a:xfrm rot="5400000">
                  <a:off x="8866800" y="4591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90" name="Google Shape;1390;p29"/>
                <p:cNvSpPr/>
                <p:nvPr/>
              </p:nvSpPr>
              <p:spPr>
                <a:xfrm rot="5400000">
                  <a:off x="8866800" y="468396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91" name="Google Shape;1391;p29"/>
                <p:cNvSpPr/>
                <p:nvPr/>
              </p:nvSpPr>
              <p:spPr>
                <a:xfrm rot="5400000">
                  <a:off x="8866800" y="47764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92" name="Google Shape;1392;p29"/>
                <p:cNvSpPr/>
                <p:nvPr/>
              </p:nvSpPr>
              <p:spPr>
                <a:xfrm rot="5400000">
                  <a:off x="8866800" y="48690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93" name="Google Shape;1393;p29"/>
                <p:cNvSpPr/>
                <p:nvPr/>
              </p:nvSpPr>
              <p:spPr>
                <a:xfrm rot="5400000">
                  <a:off x="8866800" y="49615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94" name="Google Shape;1394;p29"/>
                <p:cNvSpPr/>
                <p:nvPr/>
              </p:nvSpPr>
              <p:spPr>
                <a:xfrm rot="5400000">
                  <a:off x="8866800" y="50536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95" name="Google Shape;1395;p29"/>
                <p:cNvSpPr/>
                <p:nvPr/>
              </p:nvSpPr>
              <p:spPr>
                <a:xfrm rot="5400000">
                  <a:off x="8866800" y="514620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96" name="Google Shape;1396;p29"/>
                <p:cNvSpPr/>
                <p:nvPr/>
              </p:nvSpPr>
              <p:spPr>
                <a:xfrm rot="5400000">
                  <a:off x="8866800" y="523872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397" name="Google Shape;1397;p29"/>
                <p:cNvSpPr/>
                <p:nvPr/>
              </p:nvSpPr>
              <p:spPr>
                <a:xfrm rot="5400000">
                  <a:off x="8866800" y="53312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</p:grpSp>
      <p:sp>
        <p:nvSpPr>
          <p:cNvPr id="1398" name="Google Shape;1398;p29"/>
          <p:cNvSpPr txBox="1"/>
          <p:nvPr>
            <p:ph idx="5"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1">
  <p:cSld name="BLANK_11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0" name="Google Shape;1400;p30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401" name="Google Shape;1401;p30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2" name="Google Shape;1402;p30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3" name="Google Shape;1403;p30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4" name="Google Shape;1404;p30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5" name="Google Shape;1405;p30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6" name="Google Shape;1406;p30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7" name="Google Shape;1407;p30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8" name="Google Shape;1408;p30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09" name="Google Shape;1409;p30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0" name="Google Shape;1410;p30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1" name="Google Shape;1411;p30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2" name="Google Shape;1412;p30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3" name="Google Shape;1413;p30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4" name="Google Shape;1414;p30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5" name="Google Shape;1415;p30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6" name="Google Shape;1416;p30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7" name="Google Shape;1417;p30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8" name="Google Shape;1418;p30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19" name="Google Shape;1419;p30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0" name="Google Shape;1420;p30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1" name="Google Shape;1421;p30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2" name="Google Shape;1422;p30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3" name="Google Shape;1423;p30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4" name="Google Shape;1424;p30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5" name="Google Shape;1425;p30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6" name="Google Shape;1426;p30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7" name="Google Shape;1427;p30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8" name="Google Shape;1428;p30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29" name="Google Shape;1429;p30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0" name="Google Shape;1430;p30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1" name="Google Shape;1431;p30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2" name="Google Shape;1432;p30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3" name="Google Shape;1433;p30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4" name="Google Shape;1434;p30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5" name="Google Shape;1435;p30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6" name="Google Shape;1436;p30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7" name="Google Shape;1437;p30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38" name="Google Shape;1438;p30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439" name="Google Shape;1439;p30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40" name="Google Shape;1440;p30"/>
          <p:cNvSpPr txBox="1"/>
          <p:nvPr>
            <p:ph idx="2" type="title"/>
          </p:nvPr>
        </p:nvSpPr>
        <p:spPr>
          <a:xfrm>
            <a:off x="841320" y="2611080"/>
            <a:ext cx="2040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41" name="Google Shape;1441;p30"/>
          <p:cNvSpPr txBox="1"/>
          <p:nvPr>
            <p:ph idx="3" type="title"/>
          </p:nvPr>
        </p:nvSpPr>
        <p:spPr>
          <a:xfrm>
            <a:off x="744840" y="1668240"/>
            <a:ext cx="2233080" cy="788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42" name="Google Shape;1442;p30"/>
          <p:cNvSpPr txBox="1"/>
          <p:nvPr>
            <p:ph idx="4" type="title"/>
          </p:nvPr>
        </p:nvSpPr>
        <p:spPr>
          <a:xfrm>
            <a:off x="3551760" y="2972880"/>
            <a:ext cx="2040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43" name="Google Shape;1443;p30"/>
          <p:cNvSpPr txBox="1"/>
          <p:nvPr>
            <p:ph idx="5" type="title"/>
          </p:nvPr>
        </p:nvSpPr>
        <p:spPr>
          <a:xfrm>
            <a:off x="3455280" y="2030040"/>
            <a:ext cx="2233080" cy="788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44" name="Google Shape;1444;p30"/>
          <p:cNvSpPr txBox="1"/>
          <p:nvPr>
            <p:ph idx="6" type="title"/>
          </p:nvPr>
        </p:nvSpPr>
        <p:spPr>
          <a:xfrm>
            <a:off x="6261840" y="2611080"/>
            <a:ext cx="20401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45" name="Google Shape;1445;p30"/>
          <p:cNvSpPr txBox="1"/>
          <p:nvPr>
            <p:ph idx="7" type="title"/>
          </p:nvPr>
        </p:nvSpPr>
        <p:spPr>
          <a:xfrm>
            <a:off x="6165360" y="1668240"/>
            <a:ext cx="2233080" cy="788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446" name="Google Shape;1446;p30"/>
          <p:cNvGrpSpPr/>
          <p:nvPr/>
        </p:nvGrpSpPr>
        <p:grpSpPr>
          <a:xfrm>
            <a:off x="0" y="4336200"/>
            <a:ext cx="1284120" cy="586440"/>
            <a:chOff x="0" y="4336200"/>
            <a:chExt cx="1284120" cy="586440"/>
          </a:xfrm>
        </p:grpSpPr>
        <p:sp>
          <p:nvSpPr>
            <p:cNvPr id="1447" name="Google Shape;1447;p30"/>
            <p:cNvSpPr/>
            <p:nvPr/>
          </p:nvSpPr>
          <p:spPr>
            <a:xfrm rot="-5400000">
              <a:off x="348840" y="398736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448" name="Google Shape;1448;p30"/>
            <p:cNvGrpSpPr/>
            <p:nvPr/>
          </p:nvGrpSpPr>
          <p:grpSpPr>
            <a:xfrm>
              <a:off x="360" y="4509000"/>
              <a:ext cx="882720" cy="241560"/>
              <a:chOff x="360" y="4509000"/>
              <a:chExt cx="882720" cy="241560"/>
            </a:xfrm>
          </p:grpSpPr>
          <p:sp>
            <p:nvSpPr>
              <p:cNvPr id="1449" name="Google Shape;1449;p30"/>
              <p:cNvSpPr/>
              <p:nvPr/>
            </p:nvSpPr>
            <p:spPr>
              <a:xfrm rot="10800000">
                <a:off x="731160" y="450900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0" name="Google Shape;1450;p30"/>
              <p:cNvSpPr/>
              <p:nvPr/>
            </p:nvSpPr>
            <p:spPr>
              <a:xfrm rot="10800000">
                <a:off x="585360" y="450900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1" name="Google Shape;1451;p30"/>
              <p:cNvSpPr/>
              <p:nvPr/>
            </p:nvSpPr>
            <p:spPr>
              <a:xfrm rot="10800000">
                <a:off x="439200" y="45090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2" name="Google Shape;1452;p30"/>
              <p:cNvSpPr/>
              <p:nvPr/>
            </p:nvSpPr>
            <p:spPr>
              <a:xfrm rot="10800000">
                <a:off x="293040" y="45090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3" name="Google Shape;1453;p30"/>
              <p:cNvSpPr/>
              <p:nvPr/>
            </p:nvSpPr>
            <p:spPr>
              <a:xfrm rot="10800000">
                <a:off x="146880" y="45090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4" name="Google Shape;1454;p30"/>
              <p:cNvSpPr/>
              <p:nvPr/>
            </p:nvSpPr>
            <p:spPr>
              <a:xfrm rot="10800000">
                <a:off x="360" y="450900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455" name="Google Shape;1455;p30"/>
          <p:cNvGrpSpPr/>
          <p:nvPr/>
        </p:nvGrpSpPr>
        <p:grpSpPr>
          <a:xfrm>
            <a:off x="1397880" y="-114480"/>
            <a:ext cx="1520640" cy="301680"/>
            <a:chOff x="1397880" y="-114480"/>
            <a:chExt cx="1520640" cy="301680"/>
          </a:xfrm>
        </p:grpSpPr>
        <p:sp>
          <p:nvSpPr>
            <p:cNvPr id="1456" name="Google Shape;1456;p30"/>
            <p:cNvSpPr/>
            <p:nvPr/>
          </p:nvSpPr>
          <p:spPr>
            <a:xfrm>
              <a:off x="1491480" y="-680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7" name="Google Shape;1457;p30"/>
            <p:cNvSpPr/>
            <p:nvPr/>
          </p:nvSpPr>
          <p:spPr>
            <a:xfrm>
              <a:off x="2827080" y="957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8" name="Google Shape;1458;p30"/>
            <p:cNvSpPr/>
            <p:nvPr/>
          </p:nvSpPr>
          <p:spPr>
            <a:xfrm>
              <a:off x="2850840" y="1206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59" name="Google Shape;1459;p30"/>
            <p:cNvSpPr/>
            <p:nvPr/>
          </p:nvSpPr>
          <p:spPr>
            <a:xfrm>
              <a:off x="1397880" y="-1144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0" name="Google Shape;1460;p30"/>
            <p:cNvSpPr/>
            <p:nvPr/>
          </p:nvSpPr>
          <p:spPr>
            <a:xfrm>
              <a:off x="1422000" y="-896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61" name="Google Shape;1461;p30"/>
          <p:cNvGrpSpPr/>
          <p:nvPr/>
        </p:nvGrpSpPr>
        <p:grpSpPr>
          <a:xfrm>
            <a:off x="-141480" y="1750680"/>
            <a:ext cx="552600" cy="98640"/>
            <a:chOff x="-141480" y="1750680"/>
            <a:chExt cx="552600" cy="98640"/>
          </a:xfrm>
        </p:grpSpPr>
        <p:sp>
          <p:nvSpPr>
            <p:cNvPr id="1462" name="Google Shape;1462;p30"/>
            <p:cNvSpPr/>
            <p:nvPr/>
          </p:nvSpPr>
          <p:spPr>
            <a:xfrm rot="5400000">
              <a:off x="312480" y="17506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3" name="Google Shape;1463;p30"/>
            <p:cNvSpPr/>
            <p:nvPr/>
          </p:nvSpPr>
          <p:spPr>
            <a:xfrm rot="5400000">
              <a:off x="339120" y="17776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4" name="Google Shape;1464;p30"/>
            <p:cNvSpPr/>
            <p:nvPr/>
          </p:nvSpPr>
          <p:spPr>
            <a:xfrm rot="5400000">
              <a:off x="-141480" y="17535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5" name="Google Shape;1465;p30"/>
            <p:cNvSpPr/>
            <p:nvPr/>
          </p:nvSpPr>
          <p:spPr>
            <a:xfrm rot="5400000">
              <a:off x="-117720" y="17776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66" name="Google Shape;1466;p30"/>
            <p:cNvSpPr/>
            <p:nvPr/>
          </p:nvSpPr>
          <p:spPr>
            <a:xfrm rot="5400000">
              <a:off x="134640" y="16149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467" name="Google Shape;1467;p30"/>
          <p:cNvSpPr/>
          <p:nvPr/>
        </p:nvSpPr>
        <p:spPr>
          <a:xfrm>
            <a:off x="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68" name="Google Shape;1468;p30"/>
          <p:cNvSpPr/>
          <p:nvPr/>
        </p:nvSpPr>
        <p:spPr>
          <a:xfrm>
            <a:off x="-1281600" y="37908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6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69" name="Google Shape;1469;p30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70" name="Google Shape;1470;p30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471" name="Google Shape;1471;p30"/>
          <p:cNvGrpSpPr/>
          <p:nvPr/>
        </p:nvGrpSpPr>
        <p:grpSpPr>
          <a:xfrm>
            <a:off x="7812720" y="883440"/>
            <a:ext cx="1520640" cy="301680"/>
            <a:chOff x="7812720" y="883440"/>
            <a:chExt cx="1520640" cy="301680"/>
          </a:xfrm>
        </p:grpSpPr>
        <p:sp>
          <p:nvSpPr>
            <p:cNvPr id="1472" name="Google Shape;1472;p30"/>
            <p:cNvSpPr/>
            <p:nvPr/>
          </p:nvSpPr>
          <p:spPr>
            <a:xfrm>
              <a:off x="7906320" y="92988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3" name="Google Shape;1473;p30"/>
            <p:cNvSpPr/>
            <p:nvPr/>
          </p:nvSpPr>
          <p:spPr>
            <a:xfrm>
              <a:off x="9241920" y="1093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4" name="Google Shape;1474;p30"/>
            <p:cNvSpPr/>
            <p:nvPr/>
          </p:nvSpPr>
          <p:spPr>
            <a:xfrm>
              <a:off x="9265680" y="111816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5" name="Google Shape;1475;p30"/>
            <p:cNvSpPr/>
            <p:nvPr/>
          </p:nvSpPr>
          <p:spPr>
            <a:xfrm>
              <a:off x="7812720" y="8834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6" name="Google Shape;1476;p30"/>
            <p:cNvSpPr/>
            <p:nvPr/>
          </p:nvSpPr>
          <p:spPr>
            <a:xfrm>
              <a:off x="7836840" y="9082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477" name="Google Shape;1477;p30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478" name="Google Shape;1478;p30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79" name="Google Shape;1479;p30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0" name="Google Shape;1480;p30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1" name="Google Shape;1481;p30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2" name="Google Shape;1482;p30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2" type="title">
  <p:cSld name="TITLE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" name="Google Shape;1484;p31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485" name="Google Shape;1485;p31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6" name="Google Shape;1486;p31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7" name="Google Shape;1487;p31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8" name="Google Shape;1488;p31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89" name="Google Shape;1489;p31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0" name="Google Shape;1490;p31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1" name="Google Shape;1491;p31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2" name="Google Shape;1492;p31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3" name="Google Shape;1493;p31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4" name="Google Shape;1494;p31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5" name="Google Shape;1495;p31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6" name="Google Shape;1496;p31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7" name="Google Shape;1497;p31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8" name="Google Shape;1498;p31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99" name="Google Shape;1499;p31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0" name="Google Shape;1500;p31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1" name="Google Shape;1501;p31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2" name="Google Shape;1502;p31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3" name="Google Shape;1503;p31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4" name="Google Shape;1504;p31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5" name="Google Shape;1505;p31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6" name="Google Shape;1506;p31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7" name="Google Shape;1507;p31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8" name="Google Shape;1508;p31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09" name="Google Shape;1509;p31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0" name="Google Shape;1510;p31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1" name="Google Shape;1511;p31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2" name="Google Shape;1512;p31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3" name="Google Shape;1513;p31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4" name="Google Shape;1514;p31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5" name="Google Shape;1515;p31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6" name="Google Shape;1516;p31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7" name="Google Shape;1517;p31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8" name="Google Shape;1518;p31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19" name="Google Shape;1519;p31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0" name="Google Shape;1520;p31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1" name="Google Shape;1521;p31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22" name="Google Shape;1522;p31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523" name="Google Shape;1523;p31"/>
          <p:cNvSpPr txBox="1"/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24" name="Google Shape;1524;p31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1200" u="none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b="0" lang="iw" sz="1200" u="none" strike="noStrike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lang="iw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iw" sz="1200" u="sng" strike="noStrike">
                <a:solidFill>
                  <a:schemeClr val="hlink"/>
                </a:solidFill>
                <a:latin typeface="PT Sans"/>
                <a:ea typeface="PT Sans"/>
                <a:cs typeface="PT Sans"/>
                <a:sym typeface="PT Sans"/>
                <a:hlinkClick r:id="rId2"/>
              </a:rPr>
              <a:t>Slidesgo</a:t>
            </a:r>
            <a:r>
              <a:rPr b="0" lang="iw" sz="1200" u="none" strike="noStrike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b="1" lang="iw" sz="1200" u="sng" strike="noStrike">
                <a:solidFill>
                  <a:schemeClr val="hlink"/>
                </a:solidFill>
                <a:latin typeface="PT Sans"/>
                <a:ea typeface="PT Sans"/>
                <a:cs typeface="PT Sans"/>
                <a:sym typeface="PT Sans"/>
                <a:hlinkClick r:id="rId3"/>
              </a:rPr>
              <a:t>Freepik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25" name="Google Shape;1525;p31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526" name="Google Shape;1526;p31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1527" name="Google Shape;1527;p31"/>
            <p:cNvSpPr/>
            <p:nvPr/>
          </p:nvSpPr>
          <p:spPr>
            <a:xfrm rot="-5400000">
              <a:off x="348840" y="25848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528" name="Google Shape;1528;p31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1529" name="Google Shape;1529;p31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0" name="Google Shape;1530;p31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1" name="Google Shape;1531;p31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2" name="Google Shape;1532;p31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3" name="Google Shape;1533;p31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34" name="Google Shape;1534;p31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535" name="Google Shape;1535;p31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1536" name="Google Shape;1536;p31"/>
            <p:cNvSpPr/>
            <p:nvPr/>
          </p:nvSpPr>
          <p:spPr>
            <a:xfrm>
              <a:off x="2712240" y="50277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7" name="Google Shape;1537;p31"/>
            <p:cNvSpPr/>
            <p:nvPr/>
          </p:nvSpPr>
          <p:spPr>
            <a:xfrm>
              <a:off x="4047840" y="51915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8" name="Google Shape;1538;p31"/>
            <p:cNvSpPr/>
            <p:nvPr/>
          </p:nvSpPr>
          <p:spPr>
            <a:xfrm>
              <a:off x="4071960" y="52160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39" name="Google Shape;1539;p31"/>
            <p:cNvSpPr/>
            <p:nvPr/>
          </p:nvSpPr>
          <p:spPr>
            <a:xfrm>
              <a:off x="2619000" y="498132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0" name="Google Shape;1540;p31"/>
            <p:cNvSpPr/>
            <p:nvPr/>
          </p:nvSpPr>
          <p:spPr>
            <a:xfrm>
              <a:off x="2642760" y="5006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41" name="Google Shape;1541;p31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542" name="Google Shape;1542;p31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3" name="Google Shape;1543;p31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4" name="Google Shape;1544;p31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5" name="Google Shape;1545;p31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6" name="Google Shape;1546;p31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47" name="Google Shape;1547;p31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1548" name="Google Shape;1548;p31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50" name="Google Shape;1550;p31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1551" name="Google Shape;1551;p31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2" name="Google Shape;1552;p31"/>
            <p:cNvSpPr/>
            <p:nvPr/>
          </p:nvSpPr>
          <p:spPr>
            <a:xfrm flipH="1">
              <a:off x="1202040" y="43131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3" name="Google Shape;1553;p31"/>
            <p:cNvSpPr/>
            <p:nvPr/>
          </p:nvSpPr>
          <p:spPr>
            <a:xfrm flipH="1">
              <a:off x="1225080" y="43380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554" name="Google Shape;1554;p31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555" name="Google Shape;1555;p31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1556" name="Google Shape;1556;p31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3" name="Google Shape;1563;p31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4" name="Google Shape;1564;p31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567" name="Google Shape;1567;p31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1568" name="Google Shape;1568;p31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69" name="Google Shape;1569;p31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73" name="Google Shape;1573;p31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74" name="Google Shape;1574;p31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sp>
        <p:nvSpPr>
          <p:cNvPr id="1578" name="Google Shape;1578;p31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579" name="Google Shape;1579;p31"/>
          <p:cNvGrpSpPr/>
          <p:nvPr/>
        </p:nvGrpSpPr>
        <p:grpSpPr>
          <a:xfrm>
            <a:off x="7935840" y="-377820"/>
            <a:ext cx="296100" cy="1822500"/>
            <a:chOff x="7935840" y="-377820"/>
            <a:chExt cx="296100" cy="1822500"/>
          </a:xfrm>
        </p:grpSpPr>
        <p:sp>
          <p:nvSpPr>
            <p:cNvPr id="1580" name="Google Shape;1580;p31"/>
            <p:cNvSpPr/>
            <p:nvPr/>
          </p:nvSpPr>
          <p:spPr>
            <a:xfrm rot="-5400000">
              <a:off x="7295040" y="4089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1" name="Google Shape;1581;p31"/>
            <p:cNvSpPr/>
            <p:nvPr/>
          </p:nvSpPr>
          <p:spPr>
            <a:xfrm rot="-5400000">
              <a:off x="7935840" y="7570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2" name="Google Shape;1582;p31"/>
            <p:cNvSpPr/>
            <p:nvPr/>
          </p:nvSpPr>
          <p:spPr>
            <a:xfrm rot="-5400000">
              <a:off x="7960320" y="78120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3" name="Google Shape;1583;p31"/>
            <p:cNvSpPr/>
            <p:nvPr/>
          </p:nvSpPr>
          <p:spPr>
            <a:xfrm rot="-5400000">
              <a:off x="8035560" y="1353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4" name="Google Shape;1584;p31"/>
            <p:cNvSpPr/>
            <p:nvPr/>
          </p:nvSpPr>
          <p:spPr>
            <a:xfrm rot="-5400000">
              <a:off x="8060040" y="1377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5" name="Google Shape;1585;p31"/>
            <p:cNvSpPr/>
            <p:nvPr/>
          </p:nvSpPr>
          <p:spPr>
            <a:xfrm rot="-5400000">
              <a:off x="7502400" y="10188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86" name="Google Shape;1586;p31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1587" name="Google Shape;1587;p31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94" name="Google Shape;1594;p31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95" name="Google Shape;1595;p31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598" name="Google Shape;1598;p31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1599" name="Google Shape;1599;p31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00" name="Google Shape;1600;p31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04" name="Google Shape;1604;p31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05" name="Google Shape;1605;p31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06" name="Google Shape;1606;p31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07" name="Google Shape;1607;p31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08" name="Google Shape;1608;p31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609" name="Google Shape;1609;p31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1610" name="Google Shape;1610;p31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1" name="Google Shape;1611;p31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2" name="Google Shape;1612;p31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3" name="Google Shape;1613;p31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4" name="Google Shape;1614;p31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5" name="Google Shape;1615;p31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6" name="Google Shape;1616;p31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7" name="Google Shape;1617;p31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8" name="Google Shape;1618;p31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9" name="Google Shape;1619;p31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0" name="Google Shape;1620;p31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1" name="Google Shape;1621;p31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2" name="Google Shape;1622;p31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3" name="Google Shape;1623;p31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624" name="Google Shape;1624;p3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3">
  <p:cSld name="BLANK_13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6" name="Google Shape;1626;p3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627" name="Google Shape;1627;p32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8" name="Google Shape;1628;p32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9" name="Google Shape;1629;p32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0" name="Google Shape;1630;p32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1" name="Google Shape;1631;p32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2" name="Google Shape;1632;p32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3" name="Google Shape;1633;p32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4" name="Google Shape;1634;p32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5" name="Google Shape;1635;p32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6" name="Google Shape;1636;p32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7" name="Google Shape;1637;p32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8" name="Google Shape;1638;p32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9" name="Google Shape;1639;p32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0" name="Google Shape;1640;p32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1" name="Google Shape;1641;p32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2" name="Google Shape;1642;p32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3" name="Google Shape;1643;p32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4" name="Google Shape;1644;p32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5" name="Google Shape;1645;p32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6" name="Google Shape;1646;p32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7" name="Google Shape;1647;p32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8" name="Google Shape;1648;p32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9" name="Google Shape;1649;p32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0" name="Google Shape;1650;p32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1" name="Google Shape;1651;p32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2" name="Google Shape;1652;p32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3" name="Google Shape;1653;p32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4" name="Google Shape;1654;p32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5" name="Google Shape;1655;p32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6" name="Google Shape;1656;p32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7" name="Google Shape;1657;p32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8" name="Google Shape;1658;p32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9" name="Google Shape;1659;p32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0" name="Google Shape;1660;p32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1" name="Google Shape;1661;p32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2" name="Google Shape;1662;p32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3" name="Google Shape;1663;p32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4" name="Google Shape;1664;p32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65" name="Google Shape;1665;p32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666" name="Google Shape;1666;p32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7" name="Google Shape;1667;p32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8" name="Google Shape;1668;p32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9" name="Google Shape;1669;p32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0" name="Google Shape;1670;p32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71" name="Google Shape;1671;p32"/>
          <p:cNvGrpSpPr/>
          <p:nvPr/>
        </p:nvGrpSpPr>
        <p:grpSpPr>
          <a:xfrm>
            <a:off x="-839880" y="2843640"/>
            <a:ext cx="1822680" cy="196200"/>
            <a:chOff x="-839880" y="2843640"/>
            <a:chExt cx="1822680" cy="196200"/>
          </a:xfrm>
        </p:grpSpPr>
        <p:sp>
          <p:nvSpPr>
            <p:cNvPr id="1672" name="Google Shape;1672;p32"/>
            <p:cNvSpPr/>
            <p:nvPr/>
          </p:nvSpPr>
          <p:spPr>
            <a:xfrm flipH="1">
              <a:off x="-839880" y="28897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3" name="Google Shape;1673;p32"/>
            <p:cNvSpPr/>
            <p:nvPr/>
          </p:nvSpPr>
          <p:spPr>
            <a:xfrm flipH="1">
              <a:off x="891360" y="2843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4" name="Google Shape;1674;p32"/>
            <p:cNvSpPr/>
            <p:nvPr/>
          </p:nvSpPr>
          <p:spPr>
            <a:xfrm flipH="1">
              <a:off x="914400" y="28681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675" name="Google Shape;1675;p32"/>
          <p:cNvSpPr/>
          <p:nvPr/>
        </p:nvSpPr>
        <p:spPr>
          <a:xfrm rot="5400000">
            <a:off x="8206560" y="38592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76" name="Google Shape;1676;p32"/>
          <p:cNvSpPr/>
          <p:nvPr/>
        </p:nvSpPr>
        <p:spPr>
          <a:xfrm>
            <a:off x="820620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677" name="Google Shape;1677;p32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1678" name="Google Shape;1678;p32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1679" name="Google Shape;1679;p32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80" name="Google Shape;1680;p32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81" name="Google Shape;1681;p32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82" name="Google Shape;1682;p32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83" name="Google Shape;1683;p32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84" name="Google Shape;1684;p32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85" name="Google Shape;1685;p32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86" name="Google Shape;1686;p32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87" name="Google Shape;1687;p32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88" name="Google Shape;1688;p32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689" name="Google Shape;1689;p32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1690" name="Google Shape;1690;p32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91" name="Google Shape;1691;p32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92" name="Google Shape;1692;p32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93" name="Google Shape;1693;p32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94" name="Google Shape;1694;p32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95" name="Google Shape;1695;p32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96" name="Google Shape;1696;p32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97" name="Google Shape;1697;p32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98" name="Google Shape;1698;p32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699" name="Google Shape;1699;p32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700" name="Google Shape;1700;p32"/>
          <p:cNvGrpSpPr/>
          <p:nvPr/>
        </p:nvGrpSpPr>
        <p:grpSpPr>
          <a:xfrm>
            <a:off x="4834440" y="-108000"/>
            <a:ext cx="1520640" cy="301680"/>
            <a:chOff x="4834440" y="-108000"/>
            <a:chExt cx="1520640" cy="301680"/>
          </a:xfrm>
        </p:grpSpPr>
        <p:sp>
          <p:nvSpPr>
            <p:cNvPr id="1701" name="Google Shape;1701;p32"/>
            <p:cNvSpPr/>
            <p:nvPr/>
          </p:nvSpPr>
          <p:spPr>
            <a:xfrm flipH="1">
              <a:off x="492588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2" name="Google Shape;1702;p32"/>
            <p:cNvSpPr/>
            <p:nvPr/>
          </p:nvSpPr>
          <p:spPr>
            <a:xfrm flipH="1">
              <a:off x="483444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3" name="Google Shape;1703;p32"/>
            <p:cNvSpPr/>
            <p:nvPr/>
          </p:nvSpPr>
          <p:spPr>
            <a:xfrm flipH="1">
              <a:off x="485856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4" name="Google Shape;1704;p32"/>
            <p:cNvSpPr/>
            <p:nvPr/>
          </p:nvSpPr>
          <p:spPr>
            <a:xfrm flipH="1">
              <a:off x="626364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5" name="Google Shape;1705;p32"/>
            <p:cNvSpPr/>
            <p:nvPr/>
          </p:nvSpPr>
          <p:spPr>
            <a:xfrm flipH="1">
              <a:off x="628776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06" name="Google Shape;1706;p32"/>
          <p:cNvGrpSpPr/>
          <p:nvPr/>
        </p:nvGrpSpPr>
        <p:grpSpPr>
          <a:xfrm>
            <a:off x="636120" y="-1455120"/>
            <a:ext cx="347040" cy="2297160"/>
            <a:chOff x="636120" y="-1455120"/>
            <a:chExt cx="347040" cy="2297160"/>
          </a:xfrm>
        </p:grpSpPr>
        <p:sp>
          <p:nvSpPr>
            <p:cNvPr id="1707" name="Google Shape;1707;p32"/>
            <p:cNvSpPr/>
            <p:nvPr/>
          </p:nvSpPr>
          <p:spPr>
            <a:xfrm rot="5400000">
              <a:off x="-327240" y="-4917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8" name="Google Shape;1708;p32"/>
            <p:cNvSpPr/>
            <p:nvPr/>
          </p:nvSpPr>
          <p:spPr>
            <a:xfrm rot="5400000">
              <a:off x="-47880" y="-18900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709" name="Google Shape;1709;p32"/>
          <p:cNvSpPr/>
          <p:nvPr/>
        </p:nvSpPr>
        <p:spPr>
          <a:xfrm rot="-5400000">
            <a:off x="348840" y="42080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710" name="Google Shape;1710;p32"/>
          <p:cNvGrpSpPr/>
          <p:nvPr/>
        </p:nvGrpSpPr>
        <p:grpSpPr>
          <a:xfrm>
            <a:off x="333720" y="4164840"/>
            <a:ext cx="301680" cy="1520280"/>
            <a:chOff x="333720" y="4164840"/>
            <a:chExt cx="301680" cy="1520280"/>
          </a:xfrm>
        </p:grpSpPr>
        <p:sp>
          <p:nvSpPr>
            <p:cNvPr id="1711" name="Google Shape;1711;p32"/>
            <p:cNvSpPr/>
            <p:nvPr/>
          </p:nvSpPr>
          <p:spPr>
            <a:xfrm>
              <a:off x="380160" y="425664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2" name="Google Shape;1712;p32"/>
            <p:cNvSpPr/>
            <p:nvPr/>
          </p:nvSpPr>
          <p:spPr>
            <a:xfrm>
              <a:off x="543960" y="4164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3" name="Google Shape;1713;p32"/>
            <p:cNvSpPr/>
            <p:nvPr/>
          </p:nvSpPr>
          <p:spPr>
            <a:xfrm>
              <a:off x="567720" y="41886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4" name="Google Shape;1714;p32"/>
            <p:cNvSpPr/>
            <p:nvPr/>
          </p:nvSpPr>
          <p:spPr>
            <a:xfrm>
              <a:off x="333720" y="5593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5" name="Google Shape;1715;p32"/>
            <p:cNvSpPr/>
            <p:nvPr/>
          </p:nvSpPr>
          <p:spPr>
            <a:xfrm>
              <a:off x="358560" y="56185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16" name="Google Shape;1716;p32"/>
          <p:cNvGrpSpPr/>
          <p:nvPr/>
        </p:nvGrpSpPr>
        <p:grpSpPr>
          <a:xfrm>
            <a:off x="8490240" y="2144520"/>
            <a:ext cx="882720" cy="241560"/>
            <a:chOff x="8490240" y="2144520"/>
            <a:chExt cx="882720" cy="241560"/>
          </a:xfrm>
        </p:grpSpPr>
        <p:sp>
          <p:nvSpPr>
            <p:cNvPr id="1717" name="Google Shape;1717;p32"/>
            <p:cNvSpPr/>
            <p:nvPr/>
          </p:nvSpPr>
          <p:spPr>
            <a:xfrm>
              <a:off x="8490240" y="21445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8" name="Google Shape;1718;p32"/>
            <p:cNvSpPr/>
            <p:nvPr/>
          </p:nvSpPr>
          <p:spPr>
            <a:xfrm>
              <a:off x="8637480" y="21445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9" name="Google Shape;1719;p32"/>
            <p:cNvSpPr/>
            <p:nvPr/>
          </p:nvSpPr>
          <p:spPr>
            <a:xfrm>
              <a:off x="8783640" y="21445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0" name="Google Shape;1720;p32"/>
            <p:cNvSpPr/>
            <p:nvPr/>
          </p:nvSpPr>
          <p:spPr>
            <a:xfrm>
              <a:off x="8929800" y="21445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1" name="Google Shape;1721;p32"/>
            <p:cNvSpPr/>
            <p:nvPr/>
          </p:nvSpPr>
          <p:spPr>
            <a:xfrm>
              <a:off x="9076320" y="21445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2" name="Google Shape;1722;p32"/>
            <p:cNvSpPr/>
            <p:nvPr/>
          </p:nvSpPr>
          <p:spPr>
            <a:xfrm>
              <a:off x="9222480" y="21445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2">
  <p:cSld name="BLANK_12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4" name="Google Shape;1724;p3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725" name="Google Shape;1725;p33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2" name="Google Shape;1742;p33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3" name="Google Shape;1743;p33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4" name="Google Shape;1744;p33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5" name="Google Shape;1745;p33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6" name="Google Shape;1746;p33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7" name="Google Shape;1747;p33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8" name="Google Shape;1748;p33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9" name="Google Shape;1749;p33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0" name="Google Shape;1750;p33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1" name="Google Shape;1751;p33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2" name="Google Shape;1752;p33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3" name="Google Shape;1753;p33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4" name="Google Shape;1754;p33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5" name="Google Shape;1755;p33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6" name="Google Shape;1756;p33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7" name="Google Shape;1757;p33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8" name="Google Shape;1758;p33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9" name="Google Shape;1759;p33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63" name="Google Shape;1763;p33"/>
          <p:cNvGrpSpPr/>
          <p:nvPr/>
        </p:nvGrpSpPr>
        <p:grpSpPr>
          <a:xfrm>
            <a:off x="-141480" y="1009800"/>
            <a:ext cx="552600" cy="98640"/>
            <a:chOff x="-141480" y="1009800"/>
            <a:chExt cx="552600" cy="98640"/>
          </a:xfrm>
        </p:grpSpPr>
        <p:sp>
          <p:nvSpPr>
            <p:cNvPr id="1764" name="Google Shape;1764;p33"/>
            <p:cNvSpPr/>
            <p:nvPr/>
          </p:nvSpPr>
          <p:spPr>
            <a:xfrm rot="5400000">
              <a:off x="312480" y="100980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5" name="Google Shape;1765;p33"/>
            <p:cNvSpPr/>
            <p:nvPr/>
          </p:nvSpPr>
          <p:spPr>
            <a:xfrm rot="5400000">
              <a:off x="339120" y="103680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6" name="Google Shape;1766;p33"/>
            <p:cNvSpPr/>
            <p:nvPr/>
          </p:nvSpPr>
          <p:spPr>
            <a:xfrm rot="5400000">
              <a:off x="-141480" y="10130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7" name="Google Shape;1767;p33"/>
            <p:cNvSpPr/>
            <p:nvPr/>
          </p:nvSpPr>
          <p:spPr>
            <a:xfrm rot="5400000">
              <a:off x="-117720" y="10368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8" name="Google Shape;1768;p33"/>
            <p:cNvSpPr/>
            <p:nvPr/>
          </p:nvSpPr>
          <p:spPr>
            <a:xfrm rot="5400000">
              <a:off x="134640" y="87408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69" name="Google Shape;1769;p33"/>
          <p:cNvGrpSpPr/>
          <p:nvPr/>
        </p:nvGrpSpPr>
        <p:grpSpPr>
          <a:xfrm>
            <a:off x="-1414440" y="1991880"/>
            <a:ext cx="2297520" cy="347040"/>
            <a:chOff x="-1414440" y="1991880"/>
            <a:chExt cx="2297520" cy="347040"/>
          </a:xfrm>
        </p:grpSpPr>
        <p:sp>
          <p:nvSpPr>
            <p:cNvPr id="1770" name="Google Shape;1770;p33"/>
            <p:cNvSpPr/>
            <p:nvPr/>
          </p:nvSpPr>
          <p:spPr>
            <a:xfrm>
              <a:off x="-1414440" y="227124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-1111320" y="199188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72" name="Google Shape;1772;p33"/>
          <p:cNvGrpSpPr/>
          <p:nvPr/>
        </p:nvGrpSpPr>
        <p:grpSpPr>
          <a:xfrm>
            <a:off x="-799200" y="3300840"/>
            <a:ext cx="1822320" cy="196560"/>
            <a:chOff x="-799200" y="3300840"/>
            <a:chExt cx="1822320" cy="196560"/>
          </a:xfrm>
        </p:grpSpPr>
        <p:sp>
          <p:nvSpPr>
            <p:cNvPr id="1773" name="Google Shape;1773;p33"/>
            <p:cNvSpPr/>
            <p:nvPr/>
          </p:nvSpPr>
          <p:spPr>
            <a:xfrm flipH="1">
              <a:off x="-799200" y="33472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4" name="Google Shape;1774;p33"/>
            <p:cNvSpPr/>
            <p:nvPr/>
          </p:nvSpPr>
          <p:spPr>
            <a:xfrm flipH="1">
              <a:off x="931680" y="3300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75" name="Google Shape;1775;p33"/>
            <p:cNvSpPr/>
            <p:nvPr/>
          </p:nvSpPr>
          <p:spPr>
            <a:xfrm flipH="1">
              <a:off x="955080" y="33256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776" name="Google Shape;1776;p33"/>
          <p:cNvSpPr/>
          <p:nvPr/>
        </p:nvSpPr>
        <p:spPr>
          <a:xfrm rot="5400000">
            <a:off x="8205120" y="-34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77" name="Google Shape;1777;p33"/>
          <p:cNvSpPr/>
          <p:nvPr/>
        </p:nvSpPr>
        <p:spPr>
          <a:xfrm rot="10800000">
            <a:off x="7737120" y="43930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778" name="Google Shape;1778;p33"/>
          <p:cNvGrpSpPr/>
          <p:nvPr/>
        </p:nvGrpSpPr>
        <p:grpSpPr>
          <a:xfrm>
            <a:off x="8609580" y="2354220"/>
            <a:ext cx="241560" cy="882720"/>
            <a:chOff x="8609580" y="2354220"/>
            <a:chExt cx="241560" cy="882720"/>
          </a:xfrm>
        </p:grpSpPr>
        <p:sp>
          <p:nvSpPr>
            <p:cNvPr id="1779" name="Google Shape;1779;p33"/>
            <p:cNvSpPr/>
            <p:nvPr/>
          </p:nvSpPr>
          <p:spPr>
            <a:xfrm rot="5400000">
              <a:off x="8654400" y="230940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0" name="Google Shape;1780;p33"/>
            <p:cNvSpPr/>
            <p:nvPr/>
          </p:nvSpPr>
          <p:spPr>
            <a:xfrm rot="5400000">
              <a:off x="8655120" y="24559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1" name="Google Shape;1781;p33"/>
            <p:cNvSpPr/>
            <p:nvPr/>
          </p:nvSpPr>
          <p:spPr>
            <a:xfrm rot="5400000">
              <a:off x="8655120" y="260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2" name="Google Shape;1782;p33"/>
            <p:cNvSpPr/>
            <p:nvPr/>
          </p:nvSpPr>
          <p:spPr>
            <a:xfrm rot="5400000">
              <a:off x="8655120" y="2748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3" name="Google Shape;1783;p33"/>
            <p:cNvSpPr/>
            <p:nvPr/>
          </p:nvSpPr>
          <p:spPr>
            <a:xfrm rot="5400000">
              <a:off x="8655120" y="2894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4" name="Google Shape;1784;p33"/>
            <p:cNvSpPr/>
            <p:nvPr/>
          </p:nvSpPr>
          <p:spPr>
            <a:xfrm rot="5400000">
              <a:off x="8655120" y="30409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85" name="Google Shape;1785;p33"/>
          <p:cNvGrpSpPr/>
          <p:nvPr/>
        </p:nvGrpSpPr>
        <p:grpSpPr>
          <a:xfrm>
            <a:off x="8533080" y="-288360"/>
            <a:ext cx="301680" cy="1520280"/>
            <a:chOff x="8533080" y="-288360"/>
            <a:chExt cx="301680" cy="1520280"/>
          </a:xfrm>
        </p:grpSpPr>
        <p:sp>
          <p:nvSpPr>
            <p:cNvPr id="1786" name="Google Shape;1786;p33"/>
            <p:cNvSpPr/>
            <p:nvPr/>
          </p:nvSpPr>
          <p:spPr>
            <a:xfrm>
              <a:off x="8579520" y="-19656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7" name="Google Shape;1787;p33"/>
            <p:cNvSpPr/>
            <p:nvPr/>
          </p:nvSpPr>
          <p:spPr>
            <a:xfrm>
              <a:off x="8743320" y="-2883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8" name="Google Shape;1788;p33"/>
            <p:cNvSpPr/>
            <p:nvPr/>
          </p:nvSpPr>
          <p:spPr>
            <a:xfrm>
              <a:off x="8767080" y="-2646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89" name="Google Shape;1789;p33"/>
            <p:cNvSpPr/>
            <p:nvPr/>
          </p:nvSpPr>
          <p:spPr>
            <a:xfrm>
              <a:off x="8533080" y="11404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0" name="Google Shape;1790;p33"/>
            <p:cNvSpPr/>
            <p:nvPr/>
          </p:nvSpPr>
          <p:spPr>
            <a:xfrm>
              <a:off x="8557920" y="11653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91" name="Google Shape;1791;p33"/>
          <p:cNvGrpSpPr/>
          <p:nvPr/>
        </p:nvGrpSpPr>
        <p:grpSpPr>
          <a:xfrm>
            <a:off x="1176840" y="-108000"/>
            <a:ext cx="1520640" cy="301680"/>
            <a:chOff x="1176840" y="-108000"/>
            <a:chExt cx="1520640" cy="301680"/>
          </a:xfrm>
        </p:grpSpPr>
        <p:sp>
          <p:nvSpPr>
            <p:cNvPr id="1792" name="Google Shape;1792;p33"/>
            <p:cNvSpPr/>
            <p:nvPr/>
          </p:nvSpPr>
          <p:spPr>
            <a:xfrm>
              <a:off x="127044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3" name="Google Shape;1793;p33"/>
            <p:cNvSpPr/>
            <p:nvPr/>
          </p:nvSpPr>
          <p:spPr>
            <a:xfrm>
              <a:off x="260604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4" name="Google Shape;1794;p33"/>
            <p:cNvSpPr/>
            <p:nvPr/>
          </p:nvSpPr>
          <p:spPr>
            <a:xfrm>
              <a:off x="262980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5" name="Google Shape;1795;p33"/>
            <p:cNvSpPr/>
            <p:nvPr/>
          </p:nvSpPr>
          <p:spPr>
            <a:xfrm>
              <a:off x="117684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6" name="Google Shape;1796;p33"/>
            <p:cNvSpPr/>
            <p:nvPr/>
          </p:nvSpPr>
          <p:spPr>
            <a:xfrm>
              <a:off x="120096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797" name="Google Shape;1797;p33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1798" name="Google Shape;1798;p33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99" name="Google Shape;1799;p33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800" name="Google Shape;1800;p33"/>
          <p:cNvGrpSpPr/>
          <p:nvPr/>
        </p:nvGrpSpPr>
        <p:grpSpPr>
          <a:xfrm>
            <a:off x="-222840" y="4311000"/>
            <a:ext cx="1506960" cy="586440"/>
            <a:chOff x="-222840" y="4311000"/>
            <a:chExt cx="1506960" cy="586440"/>
          </a:xfrm>
        </p:grpSpPr>
        <p:sp>
          <p:nvSpPr>
            <p:cNvPr id="1801" name="Google Shape;1801;p33"/>
            <p:cNvSpPr/>
            <p:nvPr/>
          </p:nvSpPr>
          <p:spPr>
            <a:xfrm rot="-5400000">
              <a:off x="348840" y="396216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1802" name="Google Shape;1802;p33"/>
            <p:cNvGrpSpPr/>
            <p:nvPr/>
          </p:nvGrpSpPr>
          <p:grpSpPr>
            <a:xfrm>
              <a:off x="-222840" y="4537080"/>
              <a:ext cx="1105920" cy="133560"/>
              <a:chOff x="-222840" y="4537080"/>
              <a:chExt cx="1105920" cy="133560"/>
            </a:xfrm>
          </p:grpSpPr>
          <p:grpSp>
            <p:nvGrpSpPr>
              <p:cNvPr id="1803" name="Google Shape;1803;p33"/>
              <p:cNvGrpSpPr/>
              <p:nvPr/>
            </p:nvGrpSpPr>
            <p:grpSpPr>
              <a:xfrm>
                <a:off x="-222840" y="4619880"/>
                <a:ext cx="883080" cy="50760"/>
                <a:chOff x="-222840" y="4619880"/>
                <a:chExt cx="883080" cy="50760"/>
              </a:xfrm>
            </p:grpSpPr>
            <p:sp>
              <p:nvSpPr>
                <p:cNvPr id="1804" name="Google Shape;1804;p33"/>
                <p:cNvSpPr/>
                <p:nvPr/>
              </p:nvSpPr>
              <p:spPr>
                <a:xfrm>
                  <a:off x="-2228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05" name="Google Shape;1805;p33"/>
                <p:cNvSpPr/>
                <p:nvPr/>
              </p:nvSpPr>
              <p:spPr>
                <a:xfrm>
                  <a:off x="-1303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06" name="Google Shape;1806;p33"/>
                <p:cNvSpPr/>
                <p:nvPr/>
              </p:nvSpPr>
              <p:spPr>
                <a:xfrm>
                  <a:off x="-3780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07" name="Google Shape;1807;p33"/>
                <p:cNvSpPr/>
                <p:nvPr/>
              </p:nvSpPr>
              <p:spPr>
                <a:xfrm>
                  <a:off x="547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08" name="Google Shape;1808;p33"/>
                <p:cNvSpPr/>
                <p:nvPr/>
              </p:nvSpPr>
              <p:spPr>
                <a:xfrm>
                  <a:off x="1472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09" name="Google Shape;1809;p33"/>
                <p:cNvSpPr/>
                <p:nvPr/>
              </p:nvSpPr>
              <p:spPr>
                <a:xfrm>
                  <a:off x="23976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10" name="Google Shape;1810;p33"/>
                <p:cNvSpPr/>
                <p:nvPr/>
              </p:nvSpPr>
              <p:spPr>
                <a:xfrm>
                  <a:off x="33192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11" name="Google Shape;1811;p33"/>
                <p:cNvSpPr/>
                <p:nvPr/>
              </p:nvSpPr>
              <p:spPr>
                <a:xfrm>
                  <a:off x="42444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12" name="Google Shape;1812;p33"/>
                <p:cNvSpPr/>
                <p:nvPr/>
              </p:nvSpPr>
              <p:spPr>
                <a:xfrm>
                  <a:off x="51696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13" name="Google Shape;1813;p33"/>
                <p:cNvSpPr/>
                <p:nvPr/>
              </p:nvSpPr>
              <p:spPr>
                <a:xfrm>
                  <a:off x="609480" y="46198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  <p:grpSp>
            <p:nvGrpSpPr>
              <p:cNvPr id="1814" name="Google Shape;1814;p33"/>
              <p:cNvGrpSpPr/>
              <p:nvPr/>
            </p:nvGrpSpPr>
            <p:grpSpPr>
              <a:xfrm>
                <a:off x="0" y="4537080"/>
                <a:ext cx="883080" cy="50760"/>
                <a:chOff x="0" y="4537080"/>
                <a:chExt cx="883080" cy="50760"/>
              </a:xfrm>
            </p:grpSpPr>
            <p:sp>
              <p:nvSpPr>
                <p:cNvPr id="1815" name="Google Shape;1815;p33"/>
                <p:cNvSpPr/>
                <p:nvPr/>
              </p:nvSpPr>
              <p:spPr>
                <a:xfrm>
                  <a:off x="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16" name="Google Shape;1816;p33"/>
                <p:cNvSpPr/>
                <p:nvPr/>
              </p:nvSpPr>
              <p:spPr>
                <a:xfrm>
                  <a:off x="925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17" name="Google Shape;1817;p33"/>
                <p:cNvSpPr/>
                <p:nvPr/>
              </p:nvSpPr>
              <p:spPr>
                <a:xfrm>
                  <a:off x="18504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18" name="Google Shape;1818;p33"/>
                <p:cNvSpPr/>
                <p:nvPr/>
              </p:nvSpPr>
              <p:spPr>
                <a:xfrm>
                  <a:off x="27720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19" name="Google Shape;1819;p33"/>
                <p:cNvSpPr/>
                <p:nvPr/>
              </p:nvSpPr>
              <p:spPr>
                <a:xfrm>
                  <a:off x="3697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20" name="Google Shape;1820;p33"/>
                <p:cNvSpPr/>
                <p:nvPr/>
              </p:nvSpPr>
              <p:spPr>
                <a:xfrm>
                  <a:off x="46224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21" name="Google Shape;1821;p33"/>
                <p:cNvSpPr/>
                <p:nvPr/>
              </p:nvSpPr>
              <p:spPr>
                <a:xfrm>
                  <a:off x="55476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22" name="Google Shape;1822;p33"/>
                <p:cNvSpPr/>
                <p:nvPr/>
              </p:nvSpPr>
              <p:spPr>
                <a:xfrm>
                  <a:off x="64728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23" name="Google Shape;1823;p33"/>
                <p:cNvSpPr/>
                <p:nvPr/>
              </p:nvSpPr>
              <p:spPr>
                <a:xfrm>
                  <a:off x="73980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  <p:sp>
              <p:nvSpPr>
                <p:cNvPr id="1824" name="Google Shape;1824;p33"/>
                <p:cNvSpPr/>
                <p:nvPr/>
              </p:nvSpPr>
              <p:spPr>
                <a:xfrm>
                  <a:off x="832320" y="45370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18000" lIns="91425" spcFirstLastPara="1" rIns="91425" wrap="square" tIns="18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sz="1800" u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2_1">
  <p:cSld name="BLANK_12_1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6" name="Google Shape;1826;p3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827" name="Google Shape;1827;p34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8" name="Google Shape;1828;p34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29" name="Google Shape;1829;p34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0" name="Google Shape;1830;p34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1" name="Google Shape;1831;p34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2" name="Google Shape;1832;p34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3" name="Google Shape;1833;p34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4" name="Google Shape;1834;p34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5" name="Google Shape;1835;p34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6" name="Google Shape;1836;p34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7" name="Google Shape;1837;p34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8" name="Google Shape;1838;p34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39" name="Google Shape;1839;p34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0" name="Google Shape;1840;p34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1" name="Google Shape;1841;p34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2" name="Google Shape;1842;p34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3" name="Google Shape;1843;p34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4" name="Google Shape;1844;p34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5" name="Google Shape;1845;p34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6" name="Google Shape;1846;p34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7" name="Google Shape;1847;p34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8" name="Google Shape;1848;p34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49" name="Google Shape;1849;p34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0" name="Google Shape;1850;p34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1" name="Google Shape;1851;p34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2" name="Google Shape;1852;p34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3" name="Google Shape;1853;p34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4" name="Google Shape;1854;p34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5" name="Google Shape;1855;p34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6" name="Google Shape;1856;p34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7" name="Google Shape;1857;p34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8" name="Google Shape;1858;p34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59" name="Google Shape;1859;p34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0" name="Google Shape;1860;p34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1" name="Google Shape;1861;p34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2" name="Google Shape;1862;p34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3" name="Google Shape;1863;p34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4" name="Google Shape;1864;p34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6" name="Google Shape;1866;p35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867" name="Google Shape;1867;p35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4" name="Google Shape;1884;p35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5" name="Google Shape;1885;p35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6" name="Google Shape;1886;p35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7" name="Google Shape;1887;p35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8" name="Google Shape;1888;p35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89" name="Google Shape;1889;p35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0" name="Google Shape;1890;p35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1" name="Google Shape;1891;p35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2" name="Google Shape;1892;p35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3" name="Google Shape;1893;p35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4" name="Google Shape;1894;p35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5" name="Google Shape;1895;p35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6" name="Google Shape;1896;p35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7" name="Google Shape;1897;p35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8" name="Google Shape;1898;p35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99" name="Google Shape;1899;p35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0" name="Google Shape;1900;p35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1" name="Google Shape;1901;p35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2" name="Google Shape;1902;p35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3" name="Google Shape;1903;p35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04" name="Google Shape;1904;p35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905" name="Google Shape;1905;p35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06" name="Google Shape;1906;p35"/>
          <p:cNvSpPr txBox="1"/>
          <p:nvPr>
            <p:ph idx="2" type="title"/>
          </p:nvPr>
        </p:nvSpPr>
        <p:spPr>
          <a:xfrm>
            <a:off x="1540440" y="2903400"/>
            <a:ext cx="2621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07" name="Google Shape;1907;p35"/>
          <p:cNvSpPr txBox="1"/>
          <p:nvPr>
            <p:ph idx="3" type="title"/>
          </p:nvPr>
        </p:nvSpPr>
        <p:spPr>
          <a:xfrm>
            <a:off x="4987080" y="2903400"/>
            <a:ext cx="262152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1908" name="Google Shape;1908;p35"/>
          <p:cNvGrpSpPr/>
          <p:nvPr/>
        </p:nvGrpSpPr>
        <p:grpSpPr>
          <a:xfrm>
            <a:off x="1062720" y="4807440"/>
            <a:ext cx="1547640" cy="67680"/>
            <a:chOff x="1062720" y="4807440"/>
            <a:chExt cx="1547640" cy="67680"/>
          </a:xfrm>
        </p:grpSpPr>
        <p:sp>
          <p:nvSpPr>
            <p:cNvPr id="1909" name="Google Shape;1909;p35"/>
            <p:cNvSpPr/>
            <p:nvPr/>
          </p:nvSpPr>
          <p:spPr>
            <a:xfrm>
              <a:off x="106272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0" name="Google Shape;1910;p35"/>
            <p:cNvSpPr/>
            <p:nvPr/>
          </p:nvSpPr>
          <p:spPr>
            <a:xfrm>
              <a:off x="11862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1" name="Google Shape;1911;p35"/>
            <p:cNvSpPr/>
            <p:nvPr/>
          </p:nvSpPr>
          <p:spPr>
            <a:xfrm>
              <a:off x="13096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2" name="Google Shape;1912;p35"/>
            <p:cNvSpPr/>
            <p:nvPr/>
          </p:nvSpPr>
          <p:spPr>
            <a:xfrm>
              <a:off x="14328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3" name="Google Shape;1913;p35"/>
            <p:cNvSpPr/>
            <p:nvPr/>
          </p:nvSpPr>
          <p:spPr>
            <a:xfrm>
              <a:off x="15562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4" name="Google Shape;1914;p35"/>
            <p:cNvSpPr/>
            <p:nvPr/>
          </p:nvSpPr>
          <p:spPr>
            <a:xfrm>
              <a:off x="16794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5" name="Google Shape;1915;p35"/>
            <p:cNvSpPr/>
            <p:nvPr/>
          </p:nvSpPr>
          <p:spPr>
            <a:xfrm>
              <a:off x="18028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6" name="Google Shape;1916;p35"/>
            <p:cNvSpPr/>
            <p:nvPr/>
          </p:nvSpPr>
          <p:spPr>
            <a:xfrm>
              <a:off x="192600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7" name="Google Shape;1917;p35"/>
            <p:cNvSpPr/>
            <p:nvPr/>
          </p:nvSpPr>
          <p:spPr>
            <a:xfrm>
              <a:off x="20494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8" name="Google Shape;1918;p35"/>
            <p:cNvSpPr/>
            <p:nvPr/>
          </p:nvSpPr>
          <p:spPr>
            <a:xfrm>
              <a:off x="217296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19" name="Google Shape;1919;p35"/>
            <p:cNvSpPr/>
            <p:nvPr/>
          </p:nvSpPr>
          <p:spPr>
            <a:xfrm>
              <a:off x="22960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0" name="Google Shape;1920;p35"/>
            <p:cNvSpPr/>
            <p:nvPr/>
          </p:nvSpPr>
          <p:spPr>
            <a:xfrm>
              <a:off x="241956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1" name="Google Shape;1921;p35"/>
            <p:cNvSpPr/>
            <p:nvPr/>
          </p:nvSpPr>
          <p:spPr>
            <a:xfrm>
              <a:off x="2542680" y="4807440"/>
              <a:ext cx="67680" cy="67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22" name="Google Shape;1922;p35"/>
          <p:cNvGrpSpPr/>
          <p:nvPr/>
        </p:nvGrpSpPr>
        <p:grpSpPr>
          <a:xfrm>
            <a:off x="232380" y="-600300"/>
            <a:ext cx="295740" cy="1822860"/>
            <a:chOff x="232380" y="-600300"/>
            <a:chExt cx="295740" cy="1822860"/>
          </a:xfrm>
        </p:grpSpPr>
        <p:sp>
          <p:nvSpPr>
            <p:cNvPr id="1923" name="Google Shape;1923;p35"/>
            <p:cNvSpPr/>
            <p:nvPr/>
          </p:nvSpPr>
          <p:spPr>
            <a:xfrm flipH="1" rot="5400000">
              <a:off x="-554400" y="18684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4" name="Google Shape;1924;p35"/>
            <p:cNvSpPr/>
            <p:nvPr/>
          </p:nvSpPr>
          <p:spPr>
            <a:xfrm flipH="1" rot="5400000">
              <a:off x="436680" y="5349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5" name="Google Shape;1925;p35"/>
            <p:cNvSpPr/>
            <p:nvPr/>
          </p:nvSpPr>
          <p:spPr>
            <a:xfrm flipH="1" rot="5400000">
              <a:off x="461160" y="55836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6" name="Google Shape;1926;p35"/>
            <p:cNvSpPr/>
            <p:nvPr/>
          </p:nvSpPr>
          <p:spPr>
            <a:xfrm flipH="1" rot="5400000">
              <a:off x="336960" y="11311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7" name="Google Shape;1927;p35"/>
            <p:cNvSpPr/>
            <p:nvPr/>
          </p:nvSpPr>
          <p:spPr>
            <a:xfrm flipH="1" rot="5400000">
              <a:off x="361440" y="11548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28" name="Google Shape;1928;p35"/>
            <p:cNvSpPr/>
            <p:nvPr/>
          </p:nvSpPr>
          <p:spPr>
            <a:xfrm flipH="1" rot="5400000">
              <a:off x="-172800" y="-12060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29" name="Google Shape;1929;p35"/>
          <p:cNvGrpSpPr/>
          <p:nvPr/>
        </p:nvGrpSpPr>
        <p:grpSpPr>
          <a:xfrm>
            <a:off x="4664520" y="4961160"/>
            <a:ext cx="1520280" cy="301680"/>
            <a:chOff x="4664520" y="4961160"/>
            <a:chExt cx="1520280" cy="301680"/>
          </a:xfrm>
        </p:grpSpPr>
        <p:sp>
          <p:nvSpPr>
            <p:cNvPr id="1930" name="Google Shape;1930;p35"/>
            <p:cNvSpPr/>
            <p:nvPr/>
          </p:nvSpPr>
          <p:spPr>
            <a:xfrm>
              <a:off x="4757760" y="500760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1" name="Google Shape;1931;p35"/>
            <p:cNvSpPr/>
            <p:nvPr/>
          </p:nvSpPr>
          <p:spPr>
            <a:xfrm>
              <a:off x="6093360" y="51714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2" name="Google Shape;1932;p35"/>
            <p:cNvSpPr/>
            <p:nvPr/>
          </p:nvSpPr>
          <p:spPr>
            <a:xfrm>
              <a:off x="6117480" y="51958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3" name="Google Shape;1933;p35"/>
            <p:cNvSpPr/>
            <p:nvPr/>
          </p:nvSpPr>
          <p:spPr>
            <a:xfrm>
              <a:off x="4664520" y="496116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4" name="Google Shape;1934;p35"/>
            <p:cNvSpPr/>
            <p:nvPr/>
          </p:nvSpPr>
          <p:spPr>
            <a:xfrm>
              <a:off x="4688280" y="49860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35" name="Google Shape;1935;p35"/>
          <p:cNvGrpSpPr/>
          <p:nvPr/>
        </p:nvGrpSpPr>
        <p:grpSpPr>
          <a:xfrm>
            <a:off x="1558080" y="-108000"/>
            <a:ext cx="1520280" cy="301680"/>
            <a:chOff x="1558080" y="-108000"/>
            <a:chExt cx="1520280" cy="301680"/>
          </a:xfrm>
        </p:grpSpPr>
        <p:sp>
          <p:nvSpPr>
            <p:cNvPr id="1936" name="Google Shape;1936;p35"/>
            <p:cNvSpPr/>
            <p:nvPr/>
          </p:nvSpPr>
          <p:spPr>
            <a:xfrm>
              <a:off x="165132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7" name="Google Shape;1937;p35"/>
            <p:cNvSpPr/>
            <p:nvPr/>
          </p:nvSpPr>
          <p:spPr>
            <a:xfrm>
              <a:off x="298692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8" name="Google Shape;1938;p35"/>
            <p:cNvSpPr/>
            <p:nvPr/>
          </p:nvSpPr>
          <p:spPr>
            <a:xfrm>
              <a:off x="301104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39" name="Google Shape;1939;p35"/>
            <p:cNvSpPr/>
            <p:nvPr/>
          </p:nvSpPr>
          <p:spPr>
            <a:xfrm>
              <a:off x="155808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0" name="Google Shape;1940;p35"/>
            <p:cNvSpPr/>
            <p:nvPr/>
          </p:nvSpPr>
          <p:spPr>
            <a:xfrm>
              <a:off x="158184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41" name="Google Shape;1941;p35"/>
          <p:cNvGrpSpPr/>
          <p:nvPr/>
        </p:nvGrpSpPr>
        <p:grpSpPr>
          <a:xfrm>
            <a:off x="7855560" y="297360"/>
            <a:ext cx="883080" cy="241560"/>
            <a:chOff x="7855560" y="297360"/>
            <a:chExt cx="883080" cy="241560"/>
          </a:xfrm>
        </p:grpSpPr>
        <p:sp>
          <p:nvSpPr>
            <p:cNvPr id="1942" name="Google Shape;1942;p35"/>
            <p:cNvSpPr/>
            <p:nvPr/>
          </p:nvSpPr>
          <p:spPr>
            <a:xfrm>
              <a:off x="7855560" y="2973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3" name="Google Shape;1943;p35"/>
            <p:cNvSpPr/>
            <p:nvPr/>
          </p:nvSpPr>
          <p:spPr>
            <a:xfrm>
              <a:off x="8003160" y="2973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4" name="Google Shape;1944;p35"/>
            <p:cNvSpPr/>
            <p:nvPr/>
          </p:nvSpPr>
          <p:spPr>
            <a:xfrm>
              <a:off x="8149320" y="29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5" name="Google Shape;1945;p35"/>
            <p:cNvSpPr/>
            <p:nvPr/>
          </p:nvSpPr>
          <p:spPr>
            <a:xfrm>
              <a:off x="8295480" y="29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6" name="Google Shape;1946;p35"/>
            <p:cNvSpPr/>
            <p:nvPr/>
          </p:nvSpPr>
          <p:spPr>
            <a:xfrm>
              <a:off x="8441640" y="29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47" name="Google Shape;1947;p35"/>
            <p:cNvSpPr/>
            <p:nvPr/>
          </p:nvSpPr>
          <p:spPr>
            <a:xfrm>
              <a:off x="8588160" y="2973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948" name="Google Shape;1948;p35"/>
          <p:cNvGrpSpPr/>
          <p:nvPr/>
        </p:nvGrpSpPr>
        <p:grpSpPr>
          <a:xfrm>
            <a:off x="-213480" y="2709720"/>
            <a:ext cx="882720" cy="241560"/>
            <a:chOff x="-213480" y="2709720"/>
            <a:chExt cx="882720" cy="241560"/>
          </a:xfrm>
        </p:grpSpPr>
        <p:sp>
          <p:nvSpPr>
            <p:cNvPr id="1949" name="Google Shape;1949;p35"/>
            <p:cNvSpPr/>
            <p:nvPr/>
          </p:nvSpPr>
          <p:spPr>
            <a:xfrm rot="10800000">
              <a:off x="517320" y="27097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0" name="Google Shape;1950;p35"/>
            <p:cNvSpPr/>
            <p:nvPr/>
          </p:nvSpPr>
          <p:spPr>
            <a:xfrm rot="10800000">
              <a:off x="371160" y="27097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1" name="Google Shape;1951;p35"/>
            <p:cNvSpPr/>
            <p:nvPr/>
          </p:nvSpPr>
          <p:spPr>
            <a:xfrm rot="10800000">
              <a:off x="225000" y="2709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2" name="Google Shape;1952;p35"/>
            <p:cNvSpPr/>
            <p:nvPr/>
          </p:nvSpPr>
          <p:spPr>
            <a:xfrm rot="10800000">
              <a:off x="78840" y="2709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3" name="Google Shape;1953;p35"/>
            <p:cNvSpPr/>
            <p:nvPr/>
          </p:nvSpPr>
          <p:spPr>
            <a:xfrm rot="10800000">
              <a:off x="-66960" y="2709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4" name="Google Shape;1954;p35"/>
            <p:cNvSpPr/>
            <p:nvPr/>
          </p:nvSpPr>
          <p:spPr>
            <a:xfrm rot="10800000">
              <a:off x="-213480" y="27097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955" name="Google Shape;1955;p35"/>
          <p:cNvSpPr/>
          <p:nvPr/>
        </p:nvSpPr>
        <p:spPr>
          <a:xfrm flipH="1" rot="5400000">
            <a:off x="8197560" y="410292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956" name="Google Shape;1956;p35"/>
          <p:cNvGrpSpPr/>
          <p:nvPr/>
        </p:nvGrpSpPr>
        <p:grpSpPr>
          <a:xfrm>
            <a:off x="8250480" y="4623120"/>
            <a:ext cx="882720" cy="241560"/>
            <a:chOff x="8250480" y="4623120"/>
            <a:chExt cx="882720" cy="241560"/>
          </a:xfrm>
        </p:grpSpPr>
        <p:sp>
          <p:nvSpPr>
            <p:cNvPr id="1957" name="Google Shape;1957;p35"/>
            <p:cNvSpPr/>
            <p:nvPr/>
          </p:nvSpPr>
          <p:spPr>
            <a:xfrm flipH="1" rot="10800000">
              <a:off x="8250480" y="46231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8" name="Google Shape;1958;p35"/>
            <p:cNvSpPr/>
            <p:nvPr/>
          </p:nvSpPr>
          <p:spPr>
            <a:xfrm flipH="1" rot="10800000">
              <a:off x="8397720" y="46231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59" name="Google Shape;1959;p35"/>
            <p:cNvSpPr/>
            <p:nvPr/>
          </p:nvSpPr>
          <p:spPr>
            <a:xfrm flipH="1" rot="10800000">
              <a:off x="8544240" y="4623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0" name="Google Shape;1960;p35"/>
            <p:cNvSpPr/>
            <p:nvPr/>
          </p:nvSpPr>
          <p:spPr>
            <a:xfrm flipH="1" rot="10800000">
              <a:off x="8690400" y="4623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1" name="Google Shape;1961;p35"/>
            <p:cNvSpPr/>
            <p:nvPr/>
          </p:nvSpPr>
          <p:spPr>
            <a:xfrm flipH="1" rot="10800000">
              <a:off x="8836560" y="4623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2" name="Google Shape;1962;p35"/>
            <p:cNvSpPr/>
            <p:nvPr/>
          </p:nvSpPr>
          <p:spPr>
            <a:xfrm flipH="1" rot="10800000">
              <a:off x="8982720" y="4623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4" name="Google Shape;1964;p36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965" name="Google Shape;1965;p36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6" name="Google Shape;1966;p36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7" name="Google Shape;1967;p36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8" name="Google Shape;1968;p36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69" name="Google Shape;1969;p36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0" name="Google Shape;1970;p36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1" name="Google Shape;1971;p36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2" name="Google Shape;1972;p36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3" name="Google Shape;1973;p36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4" name="Google Shape;1974;p36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5" name="Google Shape;1975;p36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6" name="Google Shape;1976;p36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7" name="Google Shape;1977;p36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8" name="Google Shape;1978;p36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79" name="Google Shape;1979;p36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0" name="Google Shape;1980;p36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1" name="Google Shape;1981;p36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2" name="Google Shape;1982;p36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3" name="Google Shape;1983;p36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4" name="Google Shape;1984;p36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5" name="Google Shape;1985;p36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6" name="Google Shape;1986;p36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7" name="Google Shape;1987;p36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8" name="Google Shape;1988;p36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89" name="Google Shape;1989;p36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0" name="Google Shape;1990;p36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1" name="Google Shape;1991;p36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2" name="Google Shape;1992;p36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3" name="Google Shape;1993;p36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4" name="Google Shape;1994;p36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5" name="Google Shape;1995;p36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6" name="Google Shape;1996;p36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7" name="Google Shape;1997;p36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8" name="Google Shape;1998;p36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999" name="Google Shape;1999;p36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0" name="Google Shape;2000;p36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1" name="Google Shape;2001;p36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2" name="Google Shape;2002;p36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03" name="Google Shape;2003;p36"/>
          <p:cNvSpPr txBox="1"/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04" name="Google Shape;2004;p36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05" name="Google Shape;2005;p36"/>
          <p:cNvGrpSpPr/>
          <p:nvPr/>
        </p:nvGrpSpPr>
        <p:grpSpPr>
          <a:xfrm>
            <a:off x="494280" y="4791960"/>
            <a:ext cx="1252800" cy="50760"/>
            <a:chOff x="494280" y="4791960"/>
            <a:chExt cx="1252800" cy="50760"/>
          </a:xfrm>
        </p:grpSpPr>
        <p:sp>
          <p:nvSpPr>
            <p:cNvPr id="2006" name="Google Shape;2006;p36"/>
            <p:cNvSpPr/>
            <p:nvPr/>
          </p:nvSpPr>
          <p:spPr>
            <a:xfrm>
              <a:off x="4942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7" name="Google Shape;2007;p36"/>
            <p:cNvSpPr/>
            <p:nvPr/>
          </p:nvSpPr>
          <p:spPr>
            <a:xfrm>
              <a:off x="5868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8" name="Google Shape;2008;p36"/>
            <p:cNvSpPr/>
            <p:nvPr/>
          </p:nvSpPr>
          <p:spPr>
            <a:xfrm>
              <a:off x="6793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09" name="Google Shape;2009;p36"/>
            <p:cNvSpPr/>
            <p:nvPr/>
          </p:nvSpPr>
          <p:spPr>
            <a:xfrm>
              <a:off x="77184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0" name="Google Shape;2010;p36"/>
            <p:cNvSpPr/>
            <p:nvPr/>
          </p:nvSpPr>
          <p:spPr>
            <a:xfrm>
              <a:off x="8640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1" name="Google Shape;2011;p36"/>
            <p:cNvSpPr/>
            <p:nvPr/>
          </p:nvSpPr>
          <p:spPr>
            <a:xfrm>
              <a:off x="9565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2" name="Google Shape;2012;p36"/>
            <p:cNvSpPr/>
            <p:nvPr/>
          </p:nvSpPr>
          <p:spPr>
            <a:xfrm>
              <a:off x="104904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3" name="Google Shape;2013;p36"/>
            <p:cNvSpPr/>
            <p:nvPr/>
          </p:nvSpPr>
          <p:spPr>
            <a:xfrm>
              <a:off x="114156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4" name="Google Shape;2014;p36"/>
            <p:cNvSpPr/>
            <p:nvPr/>
          </p:nvSpPr>
          <p:spPr>
            <a:xfrm>
              <a:off x="12340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5" name="Google Shape;2015;p36"/>
            <p:cNvSpPr/>
            <p:nvPr/>
          </p:nvSpPr>
          <p:spPr>
            <a:xfrm>
              <a:off x="13266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6" name="Google Shape;2016;p36"/>
            <p:cNvSpPr/>
            <p:nvPr/>
          </p:nvSpPr>
          <p:spPr>
            <a:xfrm>
              <a:off x="14191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7" name="Google Shape;2017;p36"/>
            <p:cNvSpPr/>
            <p:nvPr/>
          </p:nvSpPr>
          <p:spPr>
            <a:xfrm>
              <a:off x="151128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8" name="Google Shape;2018;p36"/>
            <p:cNvSpPr/>
            <p:nvPr/>
          </p:nvSpPr>
          <p:spPr>
            <a:xfrm>
              <a:off x="160380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19" name="Google Shape;2019;p36"/>
            <p:cNvSpPr/>
            <p:nvPr/>
          </p:nvSpPr>
          <p:spPr>
            <a:xfrm>
              <a:off x="1696320" y="479196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20" name="Google Shape;2020;p36"/>
          <p:cNvSpPr/>
          <p:nvPr/>
        </p:nvSpPr>
        <p:spPr>
          <a:xfrm rot="10800000">
            <a:off x="8557560" y="4011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21" name="Google Shape;2021;p36"/>
          <p:cNvGrpSpPr/>
          <p:nvPr/>
        </p:nvGrpSpPr>
        <p:grpSpPr>
          <a:xfrm>
            <a:off x="7911360" y="4688640"/>
            <a:ext cx="1520280" cy="301320"/>
            <a:chOff x="7911360" y="4688640"/>
            <a:chExt cx="1520280" cy="301320"/>
          </a:xfrm>
        </p:grpSpPr>
        <p:sp>
          <p:nvSpPr>
            <p:cNvPr id="2022" name="Google Shape;2022;p36"/>
            <p:cNvSpPr/>
            <p:nvPr/>
          </p:nvSpPr>
          <p:spPr>
            <a:xfrm rot="5400000">
              <a:off x="8567640" y="417168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3" name="Google Shape;2023;p36"/>
            <p:cNvSpPr/>
            <p:nvPr/>
          </p:nvSpPr>
          <p:spPr>
            <a:xfrm rot="5400000">
              <a:off x="9340200" y="48985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4" name="Google Shape;2024;p36"/>
            <p:cNvSpPr/>
            <p:nvPr/>
          </p:nvSpPr>
          <p:spPr>
            <a:xfrm rot="5400000">
              <a:off x="9365040" y="49226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5" name="Google Shape;2025;p36"/>
            <p:cNvSpPr/>
            <p:nvPr/>
          </p:nvSpPr>
          <p:spPr>
            <a:xfrm rot="5400000">
              <a:off x="7911360" y="4688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6" name="Google Shape;2026;p36"/>
            <p:cNvSpPr/>
            <p:nvPr/>
          </p:nvSpPr>
          <p:spPr>
            <a:xfrm rot="5400000">
              <a:off x="7935480" y="47134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027" name="Google Shape;2027;p36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2028" name="Google Shape;2028;p36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29" name="Google Shape;2029;p36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0" name="Google Shape;2030;p36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1" name="Google Shape;2031;p36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2" name="Google Shape;2032;p36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33" name="Google Shape;2033;p36"/>
          <p:cNvSpPr/>
          <p:nvPr/>
        </p:nvSpPr>
        <p:spPr>
          <a:xfrm>
            <a:off x="0" y="21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34" name="Google Shape;2034;p36"/>
          <p:cNvGrpSpPr/>
          <p:nvPr/>
        </p:nvGrpSpPr>
        <p:grpSpPr>
          <a:xfrm>
            <a:off x="172260" y="2700"/>
            <a:ext cx="241560" cy="882360"/>
            <a:chOff x="172260" y="2700"/>
            <a:chExt cx="241560" cy="882360"/>
          </a:xfrm>
        </p:grpSpPr>
        <p:sp>
          <p:nvSpPr>
            <p:cNvPr id="2035" name="Google Shape;2035;p36"/>
            <p:cNvSpPr/>
            <p:nvPr/>
          </p:nvSpPr>
          <p:spPr>
            <a:xfrm rot="-5400000">
              <a:off x="217080" y="68832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6" name="Google Shape;2036;p36"/>
            <p:cNvSpPr/>
            <p:nvPr/>
          </p:nvSpPr>
          <p:spPr>
            <a:xfrm rot="-5400000">
              <a:off x="217800" y="54180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7" name="Google Shape;2037;p36"/>
            <p:cNvSpPr/>
            <p:nvPr/>
          </p:nvSpPr>
          <p:spPr>
            <a:xfrm rot="-5400000">
              <a:off x="217800" y="395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8" name="Google Shape;2038;p36"/>
            <p:cNvSpPr/>
            <p:nvPr/>
          </p:nvSpPr>
          <p:spPr>
            <a:xfrm rot="-5400000">
              <a:off x="217800" y="249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39" name="Google Shape;2039;p36"/>
            <p:cNvSpPr/>
            <p:nvPr/>
          </p:nvSpPr>
          <p:spPr>
            <a:xfrm rot="-5400000">
              <a:off x="217800" y="1029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0" name="Google Shape;2040;p36"/>
            <p:cNvSpPr/>
            <p:nvPr/>
          </p:nvSpPr>
          <p:spPr>
            <a:xfrm rot="-5400000">
              <a:off x="217800" y="-428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041" name="Google Shape;2041;p36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2042" name="Google Shape;2042;p36"/>
            <p:cNvSpPr/>
            <p:nvPr/>
          </p:nvSpPr>
          <p:spPr>
            <a:xfrm>
              <a:off x="180396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3" name="Google Shape;2043;p36"/>
            <p:cNvSpPr/>
            <p:nvPr/>
          </p:nvSpPr>
          <p:spPr>
            <a:xfrm>
              <a:off x="313956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4" name="Google Shape;2044;p36"/>
            <p:cNvSpPr/>
            <p:nvPr/>
          </p:nvSpPr>
          <p:spPr>
            <a:xfrm>
              <a:off x="316332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5" name="Google Shape;2045;p36"/>
            <p:cNvSpPr/>
            <p:nvPr/>
          </p:nvSpPr>
          <p:spPr>
            <a:xfrm>
              <a:off x="171036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46" name="Google Shape;2046;p36"/>
            <p:cNvSpPr/>
            <p:nvPr/>
          </p:nvSpPr>
          <p:spPr>
            <a:xfrm>
              <a:off x="173412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" name="Google Shape;2048;p3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49" name="Google Shape;2049;p37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087" name="Google Shape;2087;p37"/>
          <p:cNvSpPr txBox="1"/>
          <p:nvPr>
            <p:ph type="title"/>
          </p:nvPr>
        </p:nvSpPr>
        <p:spPr>
          <a:xfrm>
            <a:off x="4433040" y="1945800"/>
            <a:ext cx="3997440" cy="5724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88" name="Google Shape;2088;p37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089" name="Google Shape;2089;p37"/>
          <p:cNvSpPr/>
          <p:nvPr/>
        </p:nvSpPr>
        <p:spPr>
          <a:xfrm rot="-5400000">
            <a:off x="348840" y="-5472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090" name="Google Shape;2090;p37"/>
          <p:cNvGrpSpPr/>
          <p:nvPr/>
        </p:nvGrpSpPr>
        <p:grpSpPr>
          <a:xfrm>
            <a:off x="360" y="466560"/>
            <a:ext cx="882720" cy="241560"/>
            <a:chOff x="360" y="466560"/>
            <a:chExt cx="882720" cy="241560"/>
          </a:xfrm>
        </p:grpSpPr>
        <p:sp>
          <p:nvSpPr>
            <p:cNvPr id="2091" name="Google Shape;2091;p37"/>
            <p:cNvSpPr/>
            <p:nvPr/>
          </p:nvSpPr>
          <p:spPr>
            <a:xfrm rot="10800000">
              <a:off x="731160" y="4665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2" name="Google Shape;2092;p37"/>
            <p:cNvSpPr/>
            <p:nvPr/>
          </p:nvSpPr>
          <p:spPr>
            <a:xfrm rot="10800000">
              <a:off x="585360" y="4665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3" name="Google Shape;2093;p37"/>
            <p:cNvSpPr/>
            <p:nvPr/>
          </p:nvSpPr>
          <p:spPr>
            <a:xfrm rot="10800000">
              <a:off x="439200" y="46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4" name="Google Shape;2094;p37"/>
            <p:cNvSpPr/>
            <p:nvPr/>
          </p:nvSpPr>
          <p:spPr>
            <a:xfrm rot="10800000">
              <a:off x="293040" y="46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5" name="Google Shape;2095;p37"/>
            <p:cNvSpPr/>
            <p:nvPr/>
          </p:nvSpPr>
          <p:spPr>
            <a:xfrm rot="10800000">
              <a:off x="146880" y="46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6" name="Google Shape;2096;p37"/>
            <p:cNvSpPr/>
            <p:nvPr/>
          </p:nvSpPr>
          <p:spPr>
            <a:xfrm rot="10800000">
              <a:off x="360" y="46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097" name="Google Shape;2097;p37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2098" name="Google Shape;2098;p37"/>
            <p:cNvSpPr/>
            <p:nvPr/>
          </p:nvSpPr>
          <p:spPr>
            <a:xfrm>
              <a:off x="180396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313956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316332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171036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173412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03" name="Google Shape;2103;p37"/>
          <p:cNvSpPr/>
          <p:nvPr/>
        </p:nvSpPr>
        <p:spPr>
          <a:xfrm rot="5400000">
            <a:off x="5515200" y="-38988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04" name="Google Shape;2104;p37"/>
          <p:cNvSpPr/>
          <p:nvPr/>
        </p:nvSpPr>
        <p:spPr>
          <a:xfrm rot="5400000">
            <a:off x="5794560" y="-86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05" name="Google Shape;2105;p37"/>
          <p:cNvGrpSpPr/>
          <p:nvPr/>
        </p:nvGrpSpPr>
        <p:grpSpPr>
          <a:xfrm>
            <a:off x="3502080" y="841320"/>
            <a:ext cx="1252800" cy="50760"/>
            <a:chOff x="3502080" y="841320"/>
            <a:chExt cx="1252800" cy="50760"/>
          </a:xfrm>
        </p:grpSpPr>
        <p:sp>
          <p:nvSpPr>
            <p:cNvPr id="2106" name="Google Shape;2106;p37"/>
            <p:cNvSpPr/>
            <p:nvPr/>
          </p:nvSpPr>
          <p:spPr>
            <a:xfrm>
              <a:off x="35020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7" name="Google Shape;2107;p37"/>
            <p:cNvSpPr/>
            <p:nvPr/>
          </p:nvSpPr>
          <p:spPr>
            <a:xfrm>
              <a:off x="35946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8" name="Google Shape;2108;p37"/>
            <p:cNvSpPr/>
            <p:nvPr/>
          </p:nvSpPr>
          <p:spPr>
            <a:xfrm>
              <a:off x="36871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09" name="Google Shape;2109;p37"/>
            <p:cNvSpPr/>
            <p:nvPr/>
          </p:nvSpPr>
          <p:spPr>
            <a:xfrm>
              <a:off x="377964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0" name="Google Shape;2110;p37"/>
            <p:cNvSpPr/>
            <p:nvPr/>
          </p:nvSpPr>
          <p:spPr>
            <a:xfrm>
              <a:off x="387216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1" name="Google Shape;2111;p37"/>
            <p:cNvSpPr/>
            <p:nvPr/>
          </p:nvSpPr>
          <p:spPr>
            <a:xfrm>
              <a:off x="39646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2" name="Google Shape;2112;p37"/>
            <p:cNvSpPr/>
            <p:nvPr/>
          </p:nvSpPr>
          <p:spPr>
            <a:xfrm>
              <a:off x="40572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3" name="Google Shape;2113;p37"/>
            <p:cNvSpPr/>
            <p:nvPr/>
          </p:nvSpPr>
          <p:spPr>
            <a:xfrm>
              <a:off x="414936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4" name="Google Shape;2114;p37"/>
            <p:cNvSpPr/>
            <p:nvPr/>
          </p:nvSpPr>
          <p:spPr>
            <a:xfrm>
              <a:off x="424188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5" name="Google Shape;2115;p37"/>
            <p:cNvSpPr/>
            <p:nvPr/>
          </p:nvSpPr>
          <p:spPr>
            <a:xfrm>
              <a:off x="43344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6" name="Google Shape;2116;p37"/>
            <p:cNvSpPr/>
            <p:nvPr/>
          </p:nvSpPr>
          <p:spPr>
            <a:xfrm>
              <a:off x="44269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7" name="Google Shape;2117;p37"/>
            <p:cNvSpPr/>
            <p:nvPr/>
          </p:nvSpPr>
          <p:spPr>
            <a:xfrm>
              <a:off x="451944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8" name="Google Shape;2118;p37"/>
            <p:cNvSpPr/>
            <p:nvPr/>
          </p:nvSpPr>
          <p:spPr>
            <a:xfrm>
              <a:off x="461160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19" name="Google Shape;2119;p37"/>
            <p:cNvSpPr/>
            <p:nvPr/>
          </p:nvSpPr>
          <p:spPr>
            <a:xfrm>
              <a:off x="4704120" y="84132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20" name="Google Shape;2120;p37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21" name="Google Shape;2121;p37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2122" name="Google Shape;2122;p37"/>
            <p:cNvSpPr/>
            <p:nvPr/>
          </p:nvSpPr>
          <p:spPr>
            <a:xfrm flipH="1" rot="10800000">
              <a:off x="8185320" y="47239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3" name="Google Shape;2123;p37"/>
            <p:cNvSpPr/>
            <p:nvPr/>
          </p:nvSpPr>
          <p:spPr>
            <a:xfrm flipH="1" rot="10800000">
              <a:off x="8086320" y="48290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4" name="Google Shape;2124;p37"/>
            <p:cNvSpPr/>
            <p:nvPr/>
          </p:nvSpPr>
          <p:spPr>
            <a:xfrm flipH="1" rot="10800000">
              <a:off x="8110440" y="48538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25" name="Google Shape;2125;p37"/>
          <p:cNvSpPr/>
          <p:nvPr/>
        </p:nvSpPr>
        <p:spPr>
          <a:xfrm rot="10800000">
            <a:off x="420120" y="406440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26" name="Google Shape;2126;p37"/>
          <p:cNvGrpSpPr/>
          <p:nvPr/>
        </p:nvGrpSpPr>
        <p:grpSpPr>
          <a:xfrm>
            <a:off x="-197280" y="3314880"/>
            <a:ext cx="552600" cy="98640"/>
            <a:chOff x="-197280" y="3314880"/>
            <a:chExt cx="552600" cy="98640"/>
          </a:xfrm>
        </p:grpSpPr>
        <p:sp>
          <p:nvSpPr>
            <p:cNvPr id="2127" name="Google Shape;2127;p37"/>
            <p:cNvSpPr/>
            <p:nvPr/>
          </p:nvSpPr>
          <p:spPr>
            <a:xfrm rot="5400000">
              <a:off x="256680" y="331488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8" name="Google Shape;2128;p37"/>
            <p:cNvSpPr/>
            <p:nvPr/>
          </p:nvSpPr>
          <p:spPr>
            <a:xfrm rot="5400000">
              <a:off x="283320" y="33418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29" name="Google Shape;2129;p37"/>
            <p:cNvSpPr/>
            <p:nvPr/>
          </p:nvSpPr>
          <p:spPr>
            <a:xfrm rot="5400000">
              <a:off x="-197280" y="33181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0" name="Google Shape;2130;p37"/>
            <p:cNvSpPr/>
            <p:nvPr/>
          </p:nvSpPr>
          <p:spPr>
            <a:xfrm rot="5400000">
              <a:off x="-173520" y="33418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1" name="Google Shape;2131;p37"/>
            <p:cNvSpPr/>
            <p:nvPr/>
          </p:nvSpPr>
          <p:spPr>
            <a:xfrm rot="5400000">
              <a:off x="78480" y="317916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32" name="Google Shape;2132;p37"/>
          <p:cNvGrpSpPr/>
          <p:nvPr/>
        </p:nvGrpSpPr>
        <p:grpSpPr>
          <a:xfrm>
            <a:off x="4954680" y="4958640"/>
            <a:ext cx="1520280" cy="301680"/>
            <a:chOff x="4954680" y="4958640"/>
            <a:chExt cx="1520280" cy="301680"/>
          </a:xfrm>
        </p:grpSpPr>
        <p:sp>
          <p:nvSpPr>
            <p:cNvPr id="2133" name="Google Shape;2133;p37"/>
            <p:cNvSpPr/>
            <p:nvPr/>
          </p:nvSpPr>
          <p:spPr>
            <a:xfrm>
              <a:off x="5047920" y="500508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4" name="Google Shape;2134;p37"/>
            <p:cNvSpPr/>
            <p:nvPr/>
          </p:nvSpPr>
          <p:spPr>
            <a:xfrm>
              <a:off x="6383520" y="51688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5" name="Google Shape;2135;p37"/>
            <p:cNvSpPr/>
            <p:nvPr/>
          </p:nvSpPr>
          <p:spPr>
            <a:xfrm>
              <a:off x="6407640" y="5193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6" name="Google Shape;2136;p37"/>
            <p:cNvSpPr/>
            <p:nvPr/>
          </p:nvSpPr>
          <p:spPr>
            <a:xfrm>
              <a:off x="4954680" y="49586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37" name="Google Shape;2137;p37"/>
            <p:cNvSpPr/>
            <p:nvPr/>
          </p:nvSpPr>
          <p:spPr>
            <a:xfrm>
              <a:off x="4978440" y="49834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140" name="Google Shape;2140;p38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1" name="Google Shape;2141;p38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2" name="Google Shape;2142;p38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3" name="Google Shape;2143;p38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4" name="Google Shape;2144;p38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5" name="Google Shape;2145;p38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6" name="Google Shape;2146;p38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7" name="Google Shape;2147;p38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8" name="Google Shape;2148;p38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49" name="Google Shape;2149;p38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0" name="Google Shape;2150;p38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1" name="Google Shape;2151;p38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2" name="Google Shape;2152;p38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3" name="Google Shape;2153;p38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4" name="Google Shape;2154;p38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5" name="Google Shape;2155;p38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6" name="Google Shape;2156;p38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7" name="Google Shape;2157;p38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8" name="Google Shape;2158;p38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59" name="Google Shape;2159;p38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0" name="Google Shape;2160;p38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1" name="Google Shape;2161;p38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2" name="Google Shape;2162;p38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3" name="Google Shape;2163;p38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4" name="Google Shape;2164;p38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5" name="Google Shape;2165;p38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6" name="Google Shape;2166;p38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7" name="Google Shape;2167;p38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8" name="Google Shape;2168;p38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69" name="Google Shape;2169;p38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0" name="Google Shape;2170;p38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1" name="Google Shape;2171;p38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2" name="Google Shape;2172;p38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3" name="Google Shape;2173;p38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4" name="Google Shape;2174;p38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5" name="Google Shape;2175;p38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6" name="Google Shape;2176;p38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77" name="Google Shape;2177;p38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78" name="Google Shape;2178;p38"/>
          <p:cNvSpPr txBox="1"/>
          <p:nvPr>
            <p:ph type="title"/>
          </p:nvPr>
        </p:nvSpPr>
        <p:spPr>
          <a:xfrm>
            <a:off x="1181880" y="1320840"/>
            <a:ext cx="6779520" cy="252324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79" name="Google Shape;2179;p38"/>
          <p:cNvSpPr/>
          <p:nvPr/>
        </p:nvSpPr>
        <p:spPr>
          <a:xfrm rot="-5400000">
            <a:off x="348840" y="258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80" name="Google Shape;2180;p38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2181" name="Google Shape;2181;p38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2" name="Google Shape;2182;p38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183" name="Google Shape;2183;p38"/>
          <p:cNvGrpSpPr/>
          <p:nvPr/>
        </p:nvGrpSpPr>
        <p:grpSpPr>
          <a:xfrm>
            <a:off x="8059680" y="3661920"/>
            <a:ext cx="1822320" cy="196560"/>
            <a:chOff x="8059680" y="3661920"/>
            <a:chExt cx="1822320" cy="196560"/>
          </a:xfrm>
        </p:grpSpPr>
        <p:sp>
          <p:nvSpPr>
            <p:cNvPr id="2184" name="Google Shape;2184;p38"/>
            <p:cNvSpPr/>
            <p:nvPr/>
          </p:nvSpPr>
          <p:spPr>
            <a:xfrm>
              <a:off x="8158320" y="37083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5" name="Google Shape;2185;p38"/>
            <p:cNvSpPr/>
            <p:nvPr/>
          </p:nvSpPr>
          <p:spPr>
            <a:xfrm>
              <a:off x="8059680" y="36619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86" name="Google Shape;2186;p38"/>
            <p:cNvSpPr/>
            <p:nvPr/>
          </p:nvSpPr>
          <p:spPr>
            <a:xfrm>
              <a:off x="8084160" y="368676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87" name="Google Shape;2187;p38"/>
          <p:cNvSpPr/>
          <p:nvPr/>
        </p:nvSpPr>
        <p:spPr>
          <a:xfrm rot="10800000">
            <a:off x="7375680" y="404532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88" name="Google Shape;2188;p38"/>
          <p:cNvGrpSpPr/>
          <p:nvPr/>
        </p:nvGrpSpPr>
        <p:grpSpPr>
          <a:xfrm>
            <a:off x="4423680" y="4144680"/>
            <a:ext cx="296100" cy="1822140"/>
            <a:chOff x="4423680" y="4144680"/>
            <a:chExt cx="296100" cy="1822140"/>
          </a:xfrm>
        </p:grpSpPr>
        <p:sp>
          <p:nvSpPr>
            <p:cNvPr id="2189" name="Google Shape;2189;p38"/>
            <p:cNvSpPr/>
            <p:nvPr/>
          </p:nvSpPr>
          <p:spPr>
            <a:xfrm flipH="1" rot="-5400000">
              <a:off x="3782880" y="50299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0" name="Google Shape;2190;p38"/>
            <p:cNvSpPr/>
            <p:nvPr/>
          </p:nvSpPr>
          <p:spPr>
            <a:xfrm flipH="1" rot="-5400000">
              <a:off x="4423680" y="4740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1" name="Google Shape;2191;p38"/>
            <p:cNvSpPr/>
            <p:nvPr/>
          </p:nvSpPr>
          <p:spPr>
            <a:xfrm flipH="1" rot="-5400000">
              <a:off x="4448160" y="476532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2" name="Google Shape;2192;p38"/>
            <p:cNvSpPr/>
            <p:nvPr/>
          </p:nvSpPr>
          <p:spPr>
            <a:xfrm flipH="1" rot="-5400000">
              <a:off x="4523400" y="4144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3" name="Google Shape;2193;p38"/>
            <p:cNvSpPr/>
            <p:nvPr/>
          </p:nvSpPr>
          <p:spPr>
            <a:xfrm flipH="1" rot="-5400000">
              <a:off x="4547520" y="41688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194" name="Google Shape;2194;p38"/>
            <p:cNvSpPr/>
            <p:nvPr/>
          </p:nvSpPr>
          <p:spPr>
            <a:xfrm flipH="1" rot="-5400000">
              <a:off x="3990240" y="531144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195" name="Google Shape;2195;p38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96" name="Google Shape;2196;p38"/>
          <p:cNvSpPr/>
          <p:nvPr/>
        </p:nvSpPr>
        <p:spPr>
          <a:xfrm rot="10800000">
            <a:off x="468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97" name="Google Shape;2197;p38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198" name="Google Shape;2198;p38"/>
          <p:cNvGrpSpPr/>
          <p:nvPr/>
        </p:nvGrpSpPr>
        <p:grpSpPr>
          <a:xfrm>
            <a:off x="7812720" y="1533240"/>
            <a:ext cx="1520640" cy="301680"/>
            <a:chOff x="7812720" y="1533240"/>
            <a:chExt cx="1520640" cy="301680"/>
          </a:xfrm>
        </p:grpSpPr>
        <p:sp>
          <p:nvSpPr>
            <p:cNvPr id="2199" name="Google Shape;2199;p38"/>
            <p:cNvSpPr/>
            <p:nvPr/>
          </p:nvSpPr>
          <p:spPr>
            <a:xfrm>
              <a:off x="7906320" y="157968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0" name="Google Shape;2200;p38"/>
            <p:cNvSpPr/>
            <p:nvPr/>
          </p:nvSpPr>
          <p:spPr>
            <a:xfrm>
              <a:off x="9241920" y="17434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1" name="Google Shape;2201;p38"/>
            <p:cNvSpPr/>
            <p:nvPr/>
          </p:nvSpPr>
          <p:spPr>
            <a:xfrm>
              <a:off x="9265680" y="17683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2" name="Google Shape;2202;p38"/>
            <p:cNvSpPr/>
            <p:nvPr/>
          </p:nvSpPr>
          <p:spPr>
            <a:xfrm>
              <a:off x="7812720" y="153324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3" name="Google Shape;2203;p38"/>
            <p:cNvSpPr/>
            <p:nvPr/>
          </p:nvSpPr>
          <p:spPr>
            <a:xfrm>
              <a:off x="7836840" y="155808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04" name="Google Shape;2204;p38"/>
          <p:cNvGrpSpPr/>
          <p:nvPr/>
        </p:nvGrpSpPr>
        <p:grpSpPr>
          <a:xfrm>
            <a:off x="-184320" y="4536000"/>
            <a:ext cx="1520640" cy="301680"/>
            <a:chOff x="-184320" y="4536000"/>
            <a:chExt cx="1520640" cy="301680"/>
          </a:xfrm>
        </p:grpSpPr>
        <p:sp>
          <p:nvSpPr>
            <p:cNvPr id="2205" name="Google Shape;2205;p38"/>
            <p:cNvSpPr/>
            <p:nvPr/>
          </p:nvSpPr>
          <p:spPr>
            <a:xfrm rot="5400000">
              <a:off x="471960" y="401940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6" name="Google Shape;2206;p38"/>
            <p:cNvSpPr/>
            <p:nvPr/>
          </p:nvSpPr>
          <p:spPr>
            <a:xfrm rot="5400000">
              <a:off x="1244880" y="4746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7" name="Google Shape;2207;p38"/>
            <p:cNvSpPr/>
            <p:nvPr/>
          </p:nvSpPr>
          <p:spPr>
            <a:xfrm rot="5400000">
              <a:off x="1269360" y="47703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8" name="Google Shape;2208;p38"/>
            <p:cNvSpPr/>
            <p:nvPr/>
          </p:nvSpPr>
          <p:spPr>
            <a:xfrm rot="5400000">
              <a:off x="-184320" y="4536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09" name="Google Shape;2209;p38"/>
            <p:cNvSpPr/>
            <p:nvPr/>
          </p:nvSpPr>
          <p:spPr>
            <a:xfrm rot="5400000">
              <a:off x="-160200" y="45612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210" name="Google Shape;2210;p38"/>
          <p:cNvSpPr/>
          <p:nvPr/>
        </p:nvSpPr>
        <p:spPr>
          <a:xfrm flipH="1" rot="-5400000">
            <a:off x="1059840" y="-1890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700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211" name="Google Shape;2211;p38"/>
          <p:cNvGrpSpPr/>
          <p:nvPr/>
        </p:nvGrpSpPr>
        <p:grpSpPr>
          <a:xfrm>
            <a:off x="8327880" y="172440"/>
            <a:ext cx="882720" cy="241560"/>
            <a:chOff x="8327880" y="172440"/>
            <a:chExt cx="882720" cy="241560"/>
          </a:xfrm>
        </p:grpSpPr>
        <p:sp>
          <p:nvSpPr>
            <p:cNvPr id="2212" name="Google Shape;2212;p38"/>
            <p:cNvSpPr/>
            <p:nvPr/>
          </p:nvSpPr>
          <p:spPr>
            <a:xfrm>
              <a:off x="8327880" y="1724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3" name="Google Shape;2213;p38"/>
            <p:cNvSpPr/>
            <p:nvPr/>
          </p:nvSpPr>
          <p:spPr>
            <a:xfrm>
              <a:off x="8475120" y="1724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4" name="Google Shape;2214;p38"/>
            <p:cNvSpPr/>
            <p:nvPr/>
          </p:nvSpPr>
          <p:spPr>
            <a:xfrm>
              <a:off x="8621280" y="17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5" name="Google Shape;2215;p38"/>
            <p:cNvSpPr/>
            <p:nvPr/>
          </p:nvSpPr>
          <p:spPr>
            <a:xfrm>
              <a:off x="8767440" y="17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6" name="Google Shape;2216;p38"/>
            <p:cNvSpPr/>
            <p:nvPr/>
          </p:nvSpPr>
          <p:spPr>
            <a:xfrm>
              <a:off x="8913960" y="17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17" name="Google Shape;2217;p38"/>
            <p:cNvSpPr/>
            <p:nvPr/>
          </p:nvSpPr>
          <p:spPr>
            <a:xfrm>
              <a:off x="9060120" y="172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18" name="Google Shape;2218;p38"/>
          <p:cNvGrpSpPr/>
          <p:nvPr/>
        </p:nvGrpSpPr>
        <p:grpSpPr>
          <a:xfrm>
            <a:off x="-248040" y="1713600"/>
            <a:ext cx="883080" cy="241560"/>
            <a:chOff x="-248040" y="1713600"/>
            <a:chExt cx="883080" cy="241560"/>
          </a:xfrm>
        </p:grpSpPr>
        <p:sp>
          <p:nvSpPr>
            <p:cNvPr id="2219" name="Google Shape;2219;p38"/>
            <p:cNvSpPr/>
            <p:nvPr/>
          </p:nvSpPr>
          <p:spPr>
            <a:xfrm flipH="1">
              <a:off x="483120" y="171360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0" name="Google Shape;2220;p38"/>
            <p:cNvSpPr/>
            <p:nvPr/>
          </p:nvSpPr>
          <p:spPr>
            <a:xfrm flipH="1">
              <a:off x="336960" y="171360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1" name="Google Shape;2221;p38"/>
            <p:cNvSpPr/>
            <p:nvPr/>
          </p:nvSpPr>
          <p:spPr>
            <a:xfrm flipH="1">
              <a:off x="19044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2" name="Google Shape;2222;p38"/>
            <p:cNvSpPr/>
            <p:nvPr/>
          </p:nvSpPr>
          <p:spPr>
            <a:xfrm flipH="1">
              <a:off x="4428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3" name="Google Shape;2223;p38"/>
            <p:cNvSpPr/>
            <p:nvPr/>
          </p:nvSpPr>
          <p:spPr>
            <a:xfrm flipH="1">
              <a:off x="-10188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4" name="Google Shape;2224;p38"/>
            <p:cNvSpPr/>
            <p:nvPr/>
          </p:nvSpPr>
          <p:spPr>
            <a:xfrm flipH="1">
              <a:off x="-24804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25" name="Google Shape;2225;p38"/>
          <p:cNvGrpSpPr/>
          <p:nvPr/>
        </p:nvGrpSpPr>
        <p:grpSpPr>
          <a:xfrm>
            <a:off x="4429800" y="-820260"/>
            <a:ext cx="296100" cy="1822140"/>
            <a:chOff x="4429800" y="-820260"/>
            <a:chExt cx="296100" cy="1822140"/>
          </a:xfrm>
        </p:grpSpPr>
        <p:sp>
          <p:nvSpPr>
            <p:cNvPr id="2226" name="Google Shape;2226;p38"/>
            <p:cNvSpPr/>
            <p:nvPr/>
          </p:nvSpPr>
          <p:spPr>
            <a:xfrm rot="-5400000">
              <a:off x="3789000" y="-334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7" name="Google Shape;2227;p38"/>
            <p:cNvSpPr/>
            <p:nvPr/>
          </p:nvSpPr>
          <p:spPr>
            <a:xfrm rot="-5400000">
              <a:off x="4429800" y="3142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8" name="Google Shape;2228;p38"/>
            <p:cNvSpPr/>
            <p:nvPr/>
          </p:nvSpPr>
          <p:spPr>
            <a:xfrm rot="-5400000">
              <a:off x="4454280" y="33840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29" name="Google Shape;2229;p38"/>
            <p:cNvSpPr/>
            <p:nvPr/>
          </p:nvSpPr>
          <p:spPr>
            <a:xfrm rot="-5400000">
              <a:off x="4529520" y="9104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0" name="Google Shape;2230;p38"/>
            <p:cNvSpPr/>
            <p:nvPr/>
          </p:nvSpPr>
          <p:spPr>
            <a:xfrm rot="-5400000">
              <a:off x="4553640" y="9349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1" name="Google Shape;2231;p38"/>
            <p:cNvSpPr/>
            <p:nvPr/>
          </p:nvSpPr>
          <p:spPr>
            <a:xfrm rot="-5400000">
              <a:off x="3996360" y="-34056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3" name="Google Shape;2233;p39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234" name="Google Shape;2234;p39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5" name="Google Shape;2235;p39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6" name="Google Shape;2236;p39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7" name="Google Shape;2237;p39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8" name="Google Shape;2238;p39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39" name="Google Shape;2239;p39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0" name="Google Shape;2240;p39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1" name="Google Shape;2241;p39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2" name="Google Shape;2242;p39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3" name="Google Shape;2243;p39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4" name="Google Shape;2244;p39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5" name="Google Shape;2245;p39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6" name="Google Shape;2246;p39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7" name="Google Shape;2247;p39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8" name="Google Shape;2248;p39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49" name="Google Shape;2249;p39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0" name="Google Shape;2250;p39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1" name="Google Shape;2251;p39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2" name="Google Shape;2252;p39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3" name="Google Shape;2253;p39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4" name="Google Shape;2254;p39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5" name="Google Shape;2255;p39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6" name="Google Shape;2256;p39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7" name="Google Shape;2257;p39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8" name="Google Shape;2258;p39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59" name="Google Shape;2259;p39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0" name="Google Shape;2260;p39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1" name="Google Shape;2261;p39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2" name="Google Shape;2262;p39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3" name="Google Shape;2263;p39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4" name="Google Shape;2264;p39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5" name="Google Shape;2265;p39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6" name="Google Shape;2266;p39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7" name="Google Shape;2267;p39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8" name="Google Shape;2268;p39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69" name="Google Shape;2269;p39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0" name="Google Shape;2270;p39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1" name="Google Shape;2271;p39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272" name="Google Shape;2272;p39"/>
          <p:cNvSpPr txBox="1"/>
          <p:nvPr>
            <p:ph type="title"/>
          </p:nvPr>
        </p:nvSpPr>
        <p:spPr>
          <a:xfrm>
            <a:off x="1656720" y="1241280"/>
            <a:ext cx="5829840" cy="116892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73" name="Google Shape;2273;p39"/>
          <p:cNvSpPr/>
          <p:nvPr/>
        </p:nvSpPr>
        <p:spPr>
          <a:xfrm rot="-5400000">
            <a:off x="348840" y="25848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08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274" name="Google Shape;2274;p39"/>
          <p:cNvGrpSpPr/>
          <p:nvPr/>
        </p:nvGrpSpPr>
        <p:grpSpPr>
          <a:xfrm>
            <a:off x="360" y="779760"/>
            <a:ext cx="882720" cy="241560"/>
            <a:chOff x="360" y="779760"/>
            <a:chExt cx="882720" cy="241560"/>
          </a:xfrm>
        </p:grpSpPr>
        <p:sp>
          <p:nvSpPr>
            <p:cNvPr id="2275" name="Google Shape;2275;p39"/>
            <p:cNvSpPr/>
            <p:nvPr/>
          </p:nvSpPr>
          <p:spPr>
            <a:xfrm rot="10800000">
              <a:off x="731160" y="7797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6" name="Google Shape;2276;p39"/>
            <p:cNvSpPr/>
            <p:nvPr/>
          </p:nvSpPr>
          <p:spPr>
            <a:xfrm rot="10800000">
              <a:off x="585360" y="7797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7" name="Google Shape;2277;p39"/>
            <p:cNvSpPr/>
            <p:nvPr/>
          </p:nvSpPr>
          <p:spPr>
            <a:xfrm rot="10800000">
              <a:off x="439200" y="779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8" name="Google Shape;2278;p39"/>
            <p:cNvSpPr/>
            <p:nvPr/>
          </p:nvSpPr>
          <p:spPr>
            <a:xfrm rot="10800000">
              <a:off x="293040" y="779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79" name="Google Shape;2279;p39"/>
            <p:cNvSpPr/>
            <p:nvPr/>
          </p:nvSpPr>
          <p:spPr>
            <a:xfrm rot="10800000">
              <a:off x="146880" y="779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0" name="Google Shape;2280;p39"/>
            <p:cNvSpPr/>
            <p:nvPr/>
          </p:nvSpPr>
          <p:spPr>
            <a:xfrm rot="10800000">
              <a:off x="360" y="7797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281" name="Google Shape;2281;p39"/>
          <p:cNvSpPr/>
          <p:nvPr/>
        </p:nvSpPr>
        <p:spPr>
          <a:xfrm rot="5400000">
            <a:off x="1495800" y="-49176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282" name="Google Shape;2282;p39"/>
          <p:cNvSpPr/>
          <p:nvPr/>
        </p:nvSpPr>
        <p:spPr>
          <a:xfrm rot="5400000">
            <a:off x="1775160" y="-18900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80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283" name="Google Shape;2283;p39"/>
          <p:cNvSpPr/>
          <p:nvPr/>
        </p:nvSpPr>
        <p:spPr>
          <a:xfrm>
            <a:off x="8557200" y="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16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2284" name="Google Shape;2284;p39"/>
          <p:cNvGrpSpPr/>
          <p:nvPr/>
        </p:nvGrpSpPr>
        <p:grpSpPr>
          <a:xfrm>
            <a:off x="-1414440" y="3287160"/>
            <a:ext cx="2297520" cy="347040"/>
            <a:chOff x="-1414440" y="3287160"/>
            <a:chExt cx="2297520" cy="347040"/>
          </a:xfrm>
        </p:grpSpPr>
        <p:sp>
          <p:nvSpPr>
            <p:cNvPr id="2285" name="Google Shape;2285;p39"/>
            <p:cNvSpPr/>
            <p:nvPr/>
          </p:nvSpPr>
          <p:spPr>
            <a:xfrm>
              <a:off x="-1414440" y="35665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6" name="Google Shape;2286;p39"/>
            <p:cNvSpPr/>
            <p:nvPr/>
          </p:nvSpPr>
          <p:spPr>
            <a:xfrm>
              <a:off x="-1111320" y="32871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87" name="Google Shape;2287;p39"/>
          <p:cNvGrpSpPr/>
          <p:nvPr/>
        </p:nvGrpSpPr>
        <p:grpSpPr>
          <a:xfrm>
            <a:off x="5512680" y="-116280"/>
            <a:ext cx="1520280" cy="301320"/>
            <a:chOff x="5512680" y="-116280"/>
            <a:chExt cx="1520280" cy="301320"/>
          </a:xfrm>
        </p:grpSpPr>
        <p:sp>
          <p:nvSpPr>
            <p:cNvPr id="2288" name="Google Shape;2288;p39"/>
            <p:cNvSpPr/>
            <p:nvPr/>
          </p:nvSpPr>
          <p:spPr>
            <a:xfrm>
              <a:off x="5605920" y="-6984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89" name="Google Shape;2289;p39"/>
            <p:cNvSpPr/>
            <p:nvPr/>
          </p:nvSpPr>
          <p:spPr>
            <a:xfrm>
              <a:off x="6941520" y="936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0" name="Google Shape;2290;p39"/>
            <p:cNvSpPr/>
            <p:nvPr/>
          </p:nvSpPr>
          <p:spPr>
            <a:xfrm>
              <a:off x="6965640" y="1184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1" name="Google Shape;2291;p39"/>
            <p:cNvSpPr/>
            <p:nvPr/>
          </p:nvSpPr>
          <p:spPr>
            <a:xfrm>
              <a:off x="5512680" y="-11628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2" name="Google Shape;2292;p39"/>
            <p:cNvSpPr/>
            <p:nvPr/>
          </p:nvSpPr>
          <p:spPr>
            <a:xfrm>
              <a:off x="5536440" y="-914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293" name="Google Shape;2293;p39"/>
          <p:cNvGrpSpPr/>
          <p:nvPr/>
        </p:nvGrpSpPr>
        <p:grpSpPr>
          <a:xfrm>
            <a:off x="7918560" y="1923120"/>
            <a:ext cx="1822680" cy="297000"/>
            <a:chOff x="7918560" y="1923120"/>
            <a:chExt cx="1822680" cy="297000"/>
          </a:xfrm>
        </p:grpSpPr>
        <p:sp>
          <p:nvSpPr>
            <p:cNvPr id="2294" name="Google Shape;2294;p39"/>
            <p:cNvSpPr/>
            <p:nvPr/>
          </p:nvSpPr>
          <p:spPr>
            <a:xfrm flipH="1" rot="10800000">
              <a:off x="8017560" y="19231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5" name="Google Shape;2295;p39"/>
            <p:cNvSpPr/>
            <p:nvPr/>
          </p:nvSpPr>
          <p:spPr>
            <a:xfrm flipH="1" rot="10800000">
              <a:off x="8514720" y="21286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6" name="Google Shape;2296;p39"/>
            <p:cNvSpPr/>
            <p:nvPr/>
          </p:nvSpPr>
          <p:spPr>
            <a:xfrm flipH="1" rot="10800000">
              <a:off x="8539560" y="215244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7" name="Google Shape;2297;p39"/>
            <p:cNvSpPr/>
            <p:nvPr/>
          </p:nvSpPr>
          <p:spPr>
            <a:xfrm flipH="1" rot="10800000">
              <a:off x="7918560" y="20289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8" name="Google Shape;2298;p39"/>
            <p:cNvSpPr/>
            <p:nvPr/>
          </p:nvSpPr>
          <p:spPr>
            <a:xfrm flipH="1" rot="10800000">
              <a:off x="7943400" y="20530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299" name="Google Shape;2299;p39"/>
            <p:cNvSpPr/>
            <p:nvPr/>
          </p:nvSpPr>
          <p:spPr>
            <a:xfrm flipH="1" rot="10800000">
              <a:off x="8606880" y="199872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00" name="Google Shape;2300;p39"/>
          <p:cNvGrpSpPr/>
          <p:nvPr/>
        </p:nvGrpSpPr>
        <p:grpSpPr>
          <a:xfrm>
            <a:off x="-799200" y="2157840"/>
            <a:ext cx="1822320" cy="196560"/>
            <a:chOff x="-799200" y="2157840"/>
            <a:chExt cx="1822320" cy="196560"/>
          </a:xfrm>
        </p:grpSpPr>
        <p:sp>
          <p:nvSpPr>
            <p:cNvPr id="2301" name="Google Shape;2301;p39"/>
            <p:cNvSpPr/>
            <p:nvPr/>
          </p:nvSpPr>
          <p:spPr>
            <a:xfrm flipH="1">
              <a:off x="-799200" y="220428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2" name="Google Shape;2302;p39"/>
            <p:cNvSpPr/>
            <p:nvPr/>
          </p:nvSpPr>
          <p:spPr>
            <a:xfrm flipH="1">
              <a:off x="931680" y="21578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03" name="Google Shape;2303;p39"/>
            <p:cNvSpPr/>
            <p:nvPr/>
          </p:nvSpPr>
          <p:spPr>
            <a:xfrm flipH="1">
              <a:off x="955080" y="218268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04" name="Google Shape;2304;p39"/>
          <p:cNvGrpSpPr/>
          <p:nvPr/>
        </p:nvGrpSpPr>
        <p:grpSpPr>
          <a:xfrm>
            <a:off x="8331120" y="3180240"/>
            <a:ext cx="1105920" cy="133560"/>
            <a:chOff x="8331120" y="3180240"/>
            <a:chExt cx="1105920" cy="133560"/>
          </a:xfrm>
        </p:grpSpPr>
        <p:grpSp>
          <p:nvGrpSpPr>
            <p:cNvPr id="2305" name="Google Shape;2305;p39"/>
            <p:cNvGrpSpPr/>
            <p:nvPr/>
          </p:nvGrpSpPr>
          <p:grpSpPr>
            <a:xfrm>
              <a:off x="8331120" y="3263040"/>
              <a:ext cx="883080" cy="50760"/>
              <a:chOff x="8331120" y="3263040"/>
              <a:chExt cx="883080" cy="50760"/>
            </a:xfrm>
          </p:grpSpPr>
          <p:sp>
            <p:nvSpPr>
              <p:cNvPr id="2306" name="Google Shape;2306;p39"/>
              <p:cNvSpPr/>
              <p:nvPr/>
            </p:nvSpPr>
            <p:spPr>
              <a:xfrm>
                <a:off x="83311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07" name="Google Shape;2307;p39"/>
              <p:cNvSpPr/>
              <p:nvPr/>
            </p:nvSpPr>
            <p:spPr>
              <a:xfrm>
                <a:off x="84236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08" name="Google Shape;2308;p39"/>
              <p:cNvSpPr/>
              <p:nvPr/>
            </p:nvSpPr>
            <p:spPr>
              <a:xfrm>
                <a:off x="851616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09" name="Google Shape;2309;p39"/>
              <p:cNvSpPr/>
              <p:nvPr/>
            </p:nvSpPr>
            <p:spPr>
              <a:xfrm>
                <a:off x="860868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10" name="Google Shape;2310;p39"/>
              <p:cNvSpPr/>
              <p:nvPr/>
            </p:nvSpPr>
            <p:spPr>
              <a:xfrm>
                <a:off x="870120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11" name="Google Shape;2311;p39"/>
              <p:cNvSpPr/>
              <p:nvPr/>
            </p:nvSpPr>
            <p:spPr>
              <a:xfrm>
                <a:off x="87937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12" name="Google Shape;2312;p39"/>
              <p:cNvSpPr/>
              <p:nvPr/>
            </p:nvSpPr>
            <p:spPr>
              <a:xfrm>
                <a:off x="88862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13" name="Google Shape;2313;p39"/>
              <p:cNvSpPr/>
              <p:nvPr/>
            </p:nvSpPr>
            <p:spPr>
              <a:xfrm>
                <a:off x="897840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14" name="Google Shape;2314;p39"/>
              <p:cNvSpPr/>
              <p:nvPr/>
            </p:nvSpPr>
            <p:spPr>
              <a:xfrm>
                <a:off x="907092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15" name="Google Shape;2315;p39"/>
              <p:cNvSpPr/>
              <p:nvPr/>
            </p:nvSpPr>
            <p:spPr>
              <a:xfrm>
                <a:off x="9163440" y="3263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316" name="Google Shape;2316;p39"/>
            <p:cNvGrpSpPr/>
            <p:nvPr/>
          </p:nvGrpSpPr>
          <p:grpSpPr>
            <a:xfrm>
              <a:off x="8553960" y="3180240"/>
              <a:ext cx="883080" cy="50760"/>
              <a:chOff x="8553960" y="3180240"/>
              <a:chExt cx="883080" cy="50760"/>
            </a:xfrm>
          </p:grpSpPr>
          <p:sp>
            <p:nvSpPr>
              <p:cNvPr id="2317" name="Google Shape;2317;p39"/>
              <p:cNvSpPr/>
              <p:nvPr/>
            </p:nvSpPr>
            <p:spPr>
              <a:xfrm>
                <a:off x="855396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18" name="Google Shape;2318;p39"/>
              <p:cNvSpPr/>
              <p:nvPr/>
            </p:nvSpPr>
            <p:spPr>
              <a:xfrm>
                <a:off x="86464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19" name="Google Shape;2319;p39"/>
              <p:cNvSpPr/>
              <p:nvPr/>
            </p:nvSpPr>
            <p:spPr>
              <a:xfrm>
                <a:off x="873900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0" name="Google Shape;2320;p39"/>
              <p:cNvSpPr/>
              <p:nvPr/>
            </p:nvSpPr>
            <p:spPr>
              <a:xfrm>
                <a:off x="883152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1" name="Google Shape;2321;p39"/>
              <p:cNvSpPr/>
              <p:nvPr/>
            </p:nvSpPr>
            <p:spPr>
              <a:xfrm>
                <a:off x="89236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2" name="Google Shape;2322;p39"/>
              <p:cNvSpPr/>
              <p:nvPr/>
            </p:nvSpPr>
            <p:spPr>
              <a:xfrm>
                <a:off x="901620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3" name="Google Shape;2323;p39"/>
              <p:cNvSpPr/>
              <p:nvPr/>
            </p:nvSpPr>
            <p:spPr>
              <a:xfrm>
                <a:off x="910872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4" name="Google Shape;2324;p39"/>
              <p:cNvSpPr/>
              <p:nvPr/>
            </p:nvSpPr>
            <p:spPr>
              <a:xfrm>
                <a:off x="920124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5" name="Google Shape;2325;p39"/>
              <p:cNvSpPr/>
              <p:nvPr/>
            </p:nvSpPr>
            <p:spPr>
              <a:xfrm>
                <a:off x="929376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26" name="Google Shape;2326;p39"/>
              <p:cNvSpPr/>
              <p:nvPr/>
            </p:nvSpPr>
            <p:spPr>
              <a:xfrm>
                <a:off x="9386280" y="3180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327" name="Google Shape;2327;p39"/>
          <p:cNvGrpSpPr/>
          <p:nvPr/>
        </p:nvGrpSpPr>
        <p:grpSpPr>
          <a:xfrm>
            <a:off x="-141480" y="4515120"/>
            <a:ext cx="552600" cy="98640"/>
            <a:chOff x="-141480" y="4515120"/>
            <a:chExt cx="552600" cy="98640"/>
          </a:xfrm>
        </p:grpSpPr>
        <p:sp>
          <p:nvSpPr>
            <p:cNvPr id="2328" name="Google Shape;2328;p39"/>
            <p:cNvSpPr/>
            <p:nvPr/>
          </p:nvSpPr>
          <p:spPr>
            <a:xfrm rot="5400000">
              <a:off x="312480" y="451512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29" name="Google Shape;2329;p39"/>
            <p:cNvSpPr/>
            <p:nvPr/>
          </p:nvSpPr>
          <p:spPr>
            <a:xfrm rot="5400000">
              <a:off x="339120" y="454212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0" name="Google Shape;2330;p39"/>
            <p:cNvSpPr/>
            <p:nvPr/>
          </p:nvSpPr>
          <p:spPr>
            <a:xfrm rot="5400000">
              <a:off x="-141480" y="45183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1" name="Google Shape;2331;p39"/>
            <p:cNvSpPr/>
            <p:nvPr/>
          </p:nvSpPr>
          <p:spPr>
            <a:xfrm rot="5400000">
              <a:off x="-117720" y="454212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32" name="Google Shape;2332;p39"/>
            <p:cNvSpPr/>
            <p:nvPr/>
          </p:nvSpPr>
          <p:spPr>
            <a:xfrm rot="5400000">
              <a:off x="134640" y="437940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p40"/>
          <p:cNvSpPr txBox="1"/>
          <p:nvPr>
            <p:ph idx="1" type="body"/>
          </p:nvPr>
        </p:nvSpPr>
        <p:spPr>
          <a:xfrm>
            <a:off x="1109520" y="4079160"/>
            <a:ext cx="6924600" cy="4492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26" Type="http://schemas.openxmlformats.org/officeDocument/2006/relationships/theme" Target="../theme/theme4.xml"/><Relationship Id="rId25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52" name="Google Shape;52;p13"/>
            <p:cNvSpPr/>
            <p:nvPr/>
          </p:nvSpPr>
          <p:spPr>
            <a:xfrm>
              <a:off x="0" y="51328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0" y="49942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0" y="48553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0" y="47163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0" y="45784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0" y="44395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0" y="43009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0" y="4161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0" y="40230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0" y="388440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0" y="3745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0" y="36075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0" y="34686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0" y="33296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0" y="31910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0" y="30520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0" y="29131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0" y="27741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0" y="26362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0" y="249768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0" y="23587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0" y="221976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0" y="20808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0" y="194220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0" y="180432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0" y="166536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0" y="152640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0" y="13874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0" y="124884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0" y="110988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0" y="970920"/>
              <a:ext cx="9143280" cy="1008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0" y="8330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0" y="694440"/>
              <a:ext cx="9143280" cy="9000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4675" lIns="91425" spcFirstLastPara="1" rIns="91425" wrap="square" tIns="46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0" y="55548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0" y="41652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0" y="2775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0" y="13896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0" y="0"/>
              <a:ext cx="9143280" cy="10080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823"/>
              </a:srgbClr>
            </a:solidFill>
            <a:ln>
              <a:noFill/>
            </a:ln>
          </p:spPr>
          <p:txBody>
            <a:bodyPr anchorCtr="0" anchor="ctr" bIns="5025" lIns="91425" spcFirstLastPara="1" rIns="91425" wrap="square" tIns="5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90" name="Google Shape;90;p13"/>
          <p:cNvSpPr txBox="1"/>
          <p:nvPr>
            <p:ph type="title"/>
          </p:nvPr>
        </p:nvSpPr>
        <p:spPr>
          <a:xfrm>
            <a:off x="1317600" y="1132200"/>
            <a:ext cx="6508440" cy="199836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grpSp>
        <p:nvGrpSpPr>
          <p:cNvPr id="91" name="Google Shape;91;p13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92" name="Google Shape;92;p13"/>
            <p:cNvSpPr/>
            <p:nvPr/>
          </p:nvSpPr>
          <p:spPr>
            <a:xfrm rot="-5400000">
              <a:off x="348840" y="258480"/>
              <a:ext cx="586440" cy="1284120"/>
            </a:xfrm>
            <a:prstGeom prst="flowChartOffpageConnector">
              <a:avLst/>
            </a:prstGeom>
            <a:gradFill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grpSp>
          <p:nvGrpSpPr>
            <p:cNvPr id="93" name="Google Shape;93;p13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94" name="Google Shape;94;p13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00" name="Google Shape;100;p13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101" name="Google Shape;101;p13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6" name="Google Shape;106;p13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107" name="Google Shape;107;p13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09" name="Google Shape;109;p13"/>
          <p:cNvGrpSpPr/>
          <p:nvPr/>
        </p:nvGrpSpPr>
        <p:grpSpPr>
          <a:xfrm>
            <a:off x="-799200" y="4138920"/>
            <a:ext cx="1822320" cy="196560"/>
            <a:chOff x="-799200" y="4138920"/>
            <a:chExt cx="1822320" cy="196560"/>
          </a:xfrm>
        </p:grpSpPr>
        <p:sp>
          <p:nvSpPr>
            <p:cNvPr id="110" name="Google Shape;110;p13"/>
            <p:cNvSpPr/>
            <p:nvPr/>
          </p:nvSpPr>
          <p:spPr>
            <a:xfrm flipH="1">
              <a:off x="-799200" y="418536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 flipH="1">
              <a:off x="931680" y="413892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 flipH="1">
              <a:off x="955080" y="416376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13" name="Google Shape;113;p13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13494000" scaled="0"/>
          </a:gradFill>
          <a:ln>
            <a:noFill/>
          </a:ln>
        </p:spPr>
        <p:txBody>
          <a:bodyPr anchorCtr="0" anchor="ctr" bIns="24100" lIns="91425" spcFirstLastPara="1" rIns="91425" wrap="square" tIns="24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4" name="Google Shape;114;p13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5" name="Google Shape;115;p13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grpSp>
        <p:nvGrpSpPr>
          <p:cNvPr id="116" name="Google Shape;116;p13"/>
          <p:cNvGrpSpPr/>
          <p:nvPr/>
        </p:nvGrpSpPr>
        <p:grpSpPr>
          <a:xfrm>
            <a:off x="7812720" y="997920"/>
            <a:ext cx="1520640" cy="301680"/>
            <a:chOff x="7812720" y="997920"/>
            <a:chExt cx="1520640" cy="301680"/>
          </a:xfrm>
        </p:grpSpPr>
        <p:sp>
          <p:nvSpPr>
            <p:cNvPr id="117" name="Google Shape;117;p13"/>
            <p:cNvSpPr/>
            <p:nvPr/>
          </p:nvSpPr>
          <p:spPr>
            <a:xfrm>
              <a:off x="7906320" y="10443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9241920" y="120816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9265680" y="123264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7812720" y="99792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7836840" y="10227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2" name="Google Shape;122;p13"/>
          <p:cNvGrpSpPr/>
          <p:nvPr/>
        </p:nvGrpSpPr>
        <p:grpSpPr>
          <a:xfrm>
            <a:off x="8496000" y="1713600"/>
            <a:ext cx="882720" cy="241560"/>
            <a:chOff x="8496000" y="1713600"/>
            <a:chExt cx="882720" cy="241560"/>
          </a:xfrm>
        </p:grpSpPr>
        <p:sp>
          <p:nvSpPr>
            <p:cNvPr id="123" name="Google Shape;123;p13"/>
            <p:cNvSpPr/>
            <p:nvPr/>
          </p:nvSpPr>
          <p:spPr>
            <a:xfrm>
              <a:off x="8496000" y="171360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8643240" y="171360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878976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893592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908208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9228240" y="1713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29" name="Google Shape;129;p13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130" name="Google Shape;130;p13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131" name="Google Shape;131;p13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3" name="Google Shape;133;p13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4" name="Google Shape;134;p13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5" name="Google Shape;135;p13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6" name="Google Shape;136;p13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7" name="Google Shape;137;p13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8" name="Google Shape;138;p13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39" name="Google Shape;139;p13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0" name="Google Shape;140;p13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141" name="Google Shape;141;p13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142" name="Google Shape;142;p13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3" name="Google Shape;143;p13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4" name="Google Shape;144;p13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5" name="Google Shape;145;p13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6" name="Google Shape;146;p13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7" name="Google Shape;147;p13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8" name="Google Shape;148;p13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49" name="Google Shape;149;p13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0" name="Google Shape;150;p13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152" name="Google Shape;152;p13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53" name="Google Shape;153;p13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4" name="Google Shape;154;p13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7" name="Google Shape;157;p13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58" name="Google Shape;158;p13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59" name="Google Shape;159;p13"/>
            <p:cNvSpPr/>
            <p:nvPr/>
          </p:nvSpPr>
          <p:spPr>
            <a:xfrm>
              <a:off x="1803960" y="-61560"/>
              <a:ext cx="1335240" cy="209160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3139560" y="1022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3163320" y="12672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1710360" y="-108000"/>
              <a:ext cx="91440" cy="92520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6425" lIns="91425" spcFirstLastPara="1" rIns="91425" wrap="square" tIns="46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1734120" y="-831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164" name="Google Shape;164;p13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165" name="Google Shape;165;p13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" name="Google Shape;166;p13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 scaled="0"/>
            </a:gradFill>
            <a:ln>
              <a:noFill/>
            </a:ln>
          </p:spPr>
          <p:txBody>
            <a:bodyPr anchorCtr="0" anchor="ctr" bIns="24100" lIns="91425" spcFirstLastPara="1" rIns="91425" wrap="square" tIns="24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67" name="Google Shape;167;p13"/>
          <p:cNvSpPr/>
          <p:nvPr/>
        </p:nvSpPr>
        <p:spPr>
          <a:xfrm rot="10800000">
            <a:off x="1024200" y="4389840"/>
            <a:ext cx="586440" cy="1284120"/>
          </a:xfrm>
          <a:prstGeom prst="flowChartOffpageConnector">
            <a:avLst/>
          </a:prstGeom>
          <a:gradFill>
            <a:gsLst>
              <a:gs pos="0">
                <a:srgbClr val="1D2875"/>
              </a:gs>
              <a:gs pos="100000">
                <a:srgbClr val="151B46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41"/>
          <p:cNvSpPr txBox="1"/>
          <p:nvPr>
            <p:ph idx="1" type="subTitle"/>
          </p:nvPr>
        </p:nvSpPr>
        <p:spPr>
          <a:xfrm>
            <a:off x="1602520" y="2249778"/>
            <a:ext cx="5790900" cy="9141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39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23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מערכת אוטונומית לפריסת Container מבוססת פרוטוקולי רשת</a:t>
            </a:r>
            <a:endParaRPr b="1" i="0" sz="2300" u="none" cap="none" strike="noStrike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2340" name="Google Shape;2340;p41"/>
          <p:cNvGrpSpPr/>
          <p:nvPr/>
        </p:nvGrpSpPr>
        <p:grpSpPr>
          <a:xfrm>
            <a:off x="2131200" y="4336560"/>
            <a:ext cx="882720" cy="241560"/>
            <a:chOff x="2131200" y="4336560"/>
            <a:chExt cx="882720" cy="241560"/>
          </a:xfrm>
        </p:grpSpPr>
        <p:sp>
          <p:nvSpPr>
            <p:cNvPr id="2341" name="Google Shape;2341;p41"/>
            <p:cNvSpPr/>
            <p:nvPr/>
          </p:nvSpPr>
          <p:spPr>
            <a:xfrm rot="10800000">
              <a:off x="2862000" y="433656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2" name="Google Shape;2342;p41"/>
            <p:cNvSpPr/>
            <p:nvPr/>
          </p:nvSpPr>
          <p:spPr>
            <a:xfrm rot="10800000">
              <a:off x="2716200" y="43365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3" name="Google Shape;2343;p41"/>
            <p:cNvSpPr/>
            <p:nvPr/>
          </p:nvSpPr>
          <p:spPr>
            <a:xfrm rot="10800000">
              <a:off x="2570040" y="433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4" name="Google Shape;2344;p41"/>
            <p:cNvSpPr/>
            <p:nvPr/>
          </p:nvSpPr>
          <p:spPr>
            <a:xfrm rot="10800000">
              <a:off x="2423520" y="433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5" name="Google Shape;2345;p41"/>
            <p:cNvSpPr/>
            <p:nvPr/>
          </p:nvSpPr>
          <p:spPr>
            <a:xfrm rot="10800000">
              <a:off x="2277360" y="433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6" name="Google Shape;2346;p41"/>
            <p:cNvSpPr/>
            <p:nvPr/>
          </p:nvSpPr>
          <p:spPr>
            <a:xfrm rot="10800000">
              <a:off x="2131200" y="43365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47" name="Google Shape;2347;p41"/>
          <p:cNvGrpSpPr/>
          <p:nvPr/>
        </p:nvGrpSpPr>
        <p:grpSpPr>
          <a:xfrm>
            <a:off x="4423680" y="4119480"/>
            <a:ext cx="296100" cy="1822140"/>
            <a:chOff x="4423680" y="4119480"/>
            <a:chExt cx="296100" cy="1822140"/>
          </a:xfrm>
        </p:grpSpPr>
        <p:sp>
          <p:nvSpPr>
            <p:cNvPr id="2348" name="Google Shape;2348;p41"/>
            <p:cNvSpPr/>
            <p:nvPr/>
          </p:nvSpPr>
          <p:spPr>
            <a:xfrm flipH="1" rot="-5400000">
              <a:off x="3782880" y="5004720"/>
              <a:ext cx="1723680" cy="150120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5225" lIns="91425" spcFirstLastPara="1" rIns="91425" wrap="square" tIns="7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49" name="Google Shape;2349;p41"/>
            <p:cNvSpPr/>
            <p:nvPr/>
          </p:nvSpPr>
          <p:spPr>
            <a:xfrm flipH="1" rot="-5400000">
              <a:off x="4423680" y="47156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0" name="Google Shape;2350;p41"/>
            <p:cNvSpPr/>
            <p:nvPr/>
          </p:nvSpPr>
          <p:spPr>
            <a:xfrm flipH="1" rot="-5400000">
              <a:off x="4448160" y="4739760"/>
              <a:ext cx="42840" cy="42120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1" name="Google Shape;2351;p41"/>
            <p:cNvSpPr/>
            <p:nvPr/>
          </p:nvSpPr>
          <p:spPr>
            <a:xfrm flipH="1" rot="-5400000">
              <a:off x="4523400" y="41194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2" name="Google Shape;2352;p41"/>
            <p:cNvSpPr/>
            <p:nvPr/>
          </p:nvSpPr>
          <p:spPr>
            <a:xfrm flipH="1" rot="-5400000">
              <a:off x="4547520" y="4143600"/>
              <a:ext cx="42840" cy="42120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225" lIns="91425" spcFirstLastPara="1" rIns="91425" wrap="square" tIns="21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3" name="Google Shape;2353;p41"/>
            <p:cNvSpPr/>
            <p:nvPr/>
          </p:nvSpPr>
          <p:spPr>
            <a:xfrm flipH="1" rot="-5400000">
              <a:off x="3990240" y="5286240"/>
              <a:ext cx="1134360" cy="174960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475" lIns="91425" spcFirstLastPara="1" rIns="91425" wrap="square" tIns="87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54" name="Google Shape;2354;p41"/>
          <p:cNvGrpSpPr/>
          <p:nvPr/>
        </p:nvGrpSpPr>
        <p:grpSpPr>
          <a:xfrm>
            <a:off x="2194920" y="779040"/>
            <a:ext cx="552600" cy="98640"/>
            <a:chOff x="2194920" y="779040"/>
            <a:chExt cx="552600" cy="98640"/>
          </a:xfrm>
        </p:grpSpPr>
        <p:sp>
          <p:nvSpPr>
            <p:cNvPr id="2355" name="Google Shape;2355;p41"/>
            <p:cNvSpPr/>
            <p:nvPr/>
          </p:nvSpPr>
          <p:spPr>
            <a:xfrm rot="5400000">
              <a:off x="2648880" y="7790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6" name="Google Shape;2356;p41"/>
            <p:cNvSpPr/>
            <p:nvPr/>
          </p:nvSpPr>
          <p:spPr>
            <a:xfrm rot="5400000">
              <a:off x="2675160" y="80604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7" name="Google Shape;2357;p41"/>
            <p:cNvSpPr/>
            <p:nvPr/>
          </p:nvSpPr>
          <p:spPr>
            <a:xfrm rot="5400000">
              <a:off x="2194920" y="7822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8" name="Google Shape;2358;p41"/>
            <p:cNvSpPr/>
            <p:nvPr/>
          </p:nvSpPr>
          <p:spPr>
            <a:xfrm rot="5400000">
              <a:off x="2218680" y="8060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59" name="Google Shape;2359;p41"/>
            <p:cNvSpPr/>
            <p:nvPr/>
          </p:nvSpPr>
          <p:spPr>
            <a:xfrm rot="5400000">
              <a:off x="2470680" y="64332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360" name="Google Shape;2360;p41"/>
          <p:cNvGrpSpPr/>
          <p:nvPr/>
        </p:nvGrpSpPr>
        <p:grpSpPr>
          <a:xfrm>
            <a:off x="4505040" y="564480"/>
            <a:ext cx="1105920" cy="133920"/>
            <a:chOff x="4505040" y="564480"/>
            <a:chExt cx="1105920" cy="133920"/>
          </a:xfrm>
        </p:grpSpPr>
        <p:grpSp>
          <p:nvGrpSpPr>
            <p:cNvPr id="2361" name="Google Shape;2361;p41"/>
            <p:cNvGrpSpPr/>
            <p:nvPr/>
          </p:nvGrpSpPr>
          <p:grpSpPr>
            <a:xfrm>
              <a:off x="4505040" y="647640"/>
              <a:ext cx="883080" cy="50760"/>
              <a:chOff x="4505040" y="647640"/>
              <a:chExt cx="883080" cy="50760"/>
            </a:xfrm>
          </p:grpSpPr>
          <p:sp>
            <p:nvSpPr>
              <p:cNvPr id="2362" name="Google Shape;2362;p41"/>
              <p:cNvSpPr/>
              <p:nvPr/>
            </p:nvSpPr>
            <p:spPr>
              <a:xfrm>
                <a:off x="45050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63" name="Google Shape;2363;p41"/>
              <p:cNvSpPr/>
              <p:nvPr/>
            </p:nvSpPr>
            <p:spPr>
              <a:xfrm>
                <a:off x="45975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64" name="Google Shape;2364;p41"/>
              <p:cNvSpPr/>
              <p:nvPr/>
            </p:nvSpPr>
            <p:spPr>
              <a:xfrm>
                <a:off x="469008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65" name="Google Shape;2365;p41"/>
              <p:cNvSpPr/>
              <p:nvPr/>
            </p:nvSpPr>
            <p:spPr>
              <a:xfrm>
                <a:off x="478260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66" name="Google Shape;2366;p41"/>
              <p:cNvSpPr/>
              <p:nvPr/>
            </p:nvSpPr>
            <p:spPr>
              <a:xfrm>
                <a:off x="48751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67" name="Google Shape;2367;p41"/>
              <p:cNvSpPr/>
              <p:nvPr/>
            </p:nvSpPr>
            <p:spPr>
              <a:xfrm>
                <a:off x="49676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68" name="Google Shape;2368;p41"/>
              <p:cNvSpPr/>
              <p:nvPr/>
            </p:nvSpPr>
            <p:spPr>
              <a:xfrm>
                <a:off x="50601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69" name="Google Shape;2369;p41"/>
              <p:cNvSpPr/>
              <p:nvPr/>
            </p:nvSpPr>
            <p:spPr>
              <a:xfrm>
                <a:off x="51523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70" name="Google Shape;2370;p41"/>
              <p:cNvSpPr/>
              <p:nvPr/>
            </p:nvSpPr>
            <p:spPr>
              <a:xfrm>
                <a:off x="52448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71" name="Google Shape;2371;p41"/>
              <p:cNvSpPr/>
              <p:nvPr/>
            </p:nvSpPr>
            <p:spPr>
              <a:xfrm>
                <a:off x="53373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372" name="Google Shape;2372;p41"/>
            <p:cNvGrpSpPr/>
            <p:nvPr/>
          </p:nvGrpSpPr>
          <p:grpSpPr>
            <a:xfrm>
              <a:off x="4727880" y="564480"/>
              <a:ext cx="883080" cy="50760"/>
              <a:chOff x="4727880" y="564480"/>
              <a:chExt cx="883080" cy="50760"/>
            </a:xfrm>
          </p:grpSpPr>
          <p:sp>
            <p:nvSpPr>
              <p:cNvPr id="2373" name="Google Shape;2373;p41"/>
              <p:cNvSpPr/>
              <p:nvPr/>
            </p:nvSpPr>
            <p:spPr>
              <a:xfrm>
                <a:off x="47278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74" name="Google Shape;2374;p41"/>
              <p:cNvSpPr/>
              <p:nvPr/>
            </p:nvSpPr>
            <p:spPr>
              <a:xfrm>
                <a:off x="48204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75" name="Google Shape;2375;p41"/>
              <p:cNvSpPr/>
              <p:nvPr/>
            </p:nvSpPr>
            <p:spPr>
              <a:xfrm>
                <a:off x="49129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76" name="Google Shape;2376;p41"/>
              <p:cNvSpPr/>
              <p:nvPr/>
            </p:nvSpPr>
            <p:spPr>
              <a:xfrm>
                <a:off x="50054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77" name="Google Shape;2377;p41"/>
              <p:cNvSpPr/>
              <p:nvPr/>
            </p:nvSpPr>
            <p:spPr>
              <a:xfrm>
                <a:off x="50976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78" name="Google Shape;2378;p41"/>
              <p:cNvSpPr/>
              <p:nvPr/>
            </p:nvSpPr>
            <p:spPr>
              <a:xfrm>
                <a:off x="51901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79" name="Google Shape;2379;p41"/>
              <p:cNvSpPr/>
              <p:nvPr/>
            </p:nvSpPr>
            <p:spPr>
              <a:xfrm>
                <a:off x="52826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80" name="Google Shape;2380;p41"/>
              <p:cNvSpPr/>
              <p:nvPr/>
            </p:nvSpPr>
            <p:spPr>
              <a:xfrm>
                <a:off x="537516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81" name="Google Shape;2381;p41"/>
              <p:cNvSpPr/>
              <p:nvPr/>
            </p:nvSpPr>
            <p:spPr>
              <a:xfrm>
                <a:off x="54676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382" name="Google Shape;2382;p41"/>
              <p:cNvSpPr/>
              <p:nvPr/>
            </p:nvSpPr>
            <p:spPr>
              <a:xfrm>
                <a:off x="55602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  <p:grpSp>
        <p:nvGrpSpPr>
          <p:cNvPr id="2383" name="Google Shape;2383;p41"/>
          <p:cNvGrpSpPr/>
          <p:nvPr/>
        </p:nvGrpSpPr>
        <p:grpSpPr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2384" name="Google Shape;2384;p41"/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5" name="Google Shape;2385;p41"/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6" name="Google Shape;2386;p41"/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7" name="Google Shape;2387;p41"/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8" name="Google Shape;2388;p41"/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89" name="Google Shape;2389;p41"/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0" name="Google Shape;2390;p41"/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1" name="Google Shape;2391;p41"/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2" name="Google Shape;2392;p41"/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3" name="Google Shape;2393;p41"/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4" name="Google Shape;2394;p41"/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5" name="Google Shape;2395;p41"/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6" name="Google Shape;2396;p41"/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397" name="Google Shape;2397;p41"/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18000" lIns="91425" spcFirstLastPara="1" rIns="91425" wrap="square" tIns="18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398" name="Google Shape;2398;p41"/>
          <p:cNvSpPr txBox="1"/>
          <p:nvPr>
            <p:ph type="title"/>
          </p:nvPr>
        </p:nvSpPr>
        <p:spPr>
          <a:xfrm>
            <a:off x="1319135" y="779040"/>
            <a:ext cx="6505200" cy="19998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39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800"/>
              <a:buFont typeface="Exo"/>
              <a:buNone/>
            </a:pPr>
            <a:r>
              <a:rPr b="1" lang="iw" sz="5800" u="none" strike="noStrike">
                <a:solidFill>
                  <a:schemeClr val="accent2"/>
                </a:solidFill>
                <a:latin typeface="Exo"/>
                <a:ea typeface="Exo"/>
                <a:cs typeface="Exo"/>
                <a:sym typeface="Exo"/>
              </a:rPr>
              <a:t>Networks </a:t>
            </a:r>
            <a:r>
              <a:rPr b="1" lang="iw" sz="5000" u="none" strike="noStrike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rPr>
              <a:t>Overview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9" name="Google Shape;2399;p41"/>
          <p:cNvSpPr txBox="1"/>
          <p:nvPr/>
        </p:nvSpPr>
        <p:spPr>
          <a:xfrm>
            <a:off x="1884725" y="3137825"/>
            <a:ext cx="5508600" cy="9141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3804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מגישים: </a:t>
            </a:r>
            <a:b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</a:b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שקד חורש, דניאל בראנץ ונעה שהם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42"/>
          <p:cNvSpPr txBox="1"/>
          <p:nvPr>
            <p:ph type="title"/>
          </p:nvPr>
        </p:nvSpPr>
        <p:spPr>
          <a:xfrm>
            <a:off x="3568040" y="209360"/>
            <a:ext cx="4400400" cy="1200000"/>
          </a:xfrm>
          <a:prstGeom prst="rect">
            <a:avLst/>
          </a:prstGeom>
          <a:noFill/>
          <a:ln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מטרת הפרויקט</a:t>
            </a:r>
            <a:endParaRPr sz="3200" u="none" strike="noStrike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405" name="Google Shape;2405;p42"/>
          <p:cNvSpPr txBox="1"/>
          <p:nvPr>
            <p:ph idx="1" type="subTitle"/>
          </p:nvPr>
        </p:nvSpPr>
        <p:spPr>
          <a:xfrm>
            <a:off x="999625" y="1407300"/>
            <a:ext cx="6968700" cy="3271800"/>
          </a:xfrm>
          <a:prstGeom prst="rect">
            <a:avLst/>
          </a:prstGeom>
          <a:noFill/>
          <a:ln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T Sans"/>
              <a:buNone/>
            </a:pPr>
            <a:r>
              <a:rPr lang="iw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יצירת סוכן (Agent) המאפשר ללקוח רשת מזוהה לפרוס שרת Nginx אישי בתוך Docker, תוך מעבר דרך כל שכבות המודל</a:t>
            </a:r>
            <a:endParaRPr sz="18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הדמיית תהליך הגישה של לקוח לשירות רשת:</a:t>
            </a:r>
            <a:endParaRPr sz="18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לקוח</a:t>
            </a:r>
            <a:r>
              <a:rPr b="1" lang="iw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iw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=&gt; DHC</a:t>
            </a:r>
            <a:r>
              <a:rPr lang="iw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</a:t>
            </a:r>
            <a:r>
              <a:rPr lang="iw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– הקצאת כתובת IP ללקוח =&gt; DN</a:t>
            </a:r>
            <a:r>
              <a:rPr lang="iw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</a:t>
            </a:r>
            <a:r>
              <a:rPr lang="iw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– תרגום שם שרת =&gt; שרת אפליקציה =&gt; פריסת Container באמצעות Docker </a:t>
            </a:r>
            <a:endParaRPr sz="1800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T Sans"/>
              <a:buNone/>
            </a:pPr>
            <a:br>
              <a:rPr lang="iw" sz="180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</a:br>
            <a:endParaRPr i="0" sz="1800" u="none" cap="none" strike="noStrike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406" name="Google Shape;2406;p42"/>
          <p:cNvSpPr/>
          <p:nvPr/>
        </p:nvSpPr>
        <p:spPr>
          <a:xfrm>
            <a:off x="-1419120" y="4200480"/>
            <a:ext cx="1990440" cy="66240"/>
          </a:xfrm>
          <a:prstGeom prst="rect">
            <a:avLst/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700000" scaled="0"/>
          </a:gradFill>
          <a:ln>
            <a:noFill/>
          </a:ln>
        </p:spPr>
        <p:txBody>
          <a:bodyPr anchorCtr="0" anchor="t" bIns="33100" lIns="870823075" spcFirstLastPara="1" rIns="870823075" wrap="square" tIns="33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42"/>
          <p:cNvSpPr/>
          <p:nvPr/>
        </p:nvSpPr>
        <p:spPr>
          <a:xfrm>
            <a:off x="-1114560" y="3924360"/>
            <a:ext cx="1990440" cy="66240"/>
          </a:xfrm>
          <a:prstGeom prst="rect">
            <a:avLst/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700000" scaled="0"/>
          </a:gradFill>
          <a:ln>
            <a:noFill/>
          </a:ln>
        </p:spPr>
        <p:txBody>
          <a:bodyPr anchorCtr="0" anchor="t" bIns="33100" lIns="870823075" spcFirstLastPara="1" rIns="870823075" wrap="square" tIns="33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8" name="Google Shape;2408;p42"/>
          <p:cNvGrpSpPr/>
          <p:nvPr/>
        </p:nvGrpSpPr>
        <p:grpSpPr>
          <a:xfrm>
            <a:off x="2118600" y="412560"/>
            <a:ext cx="552600" cy="98640"/>
            <a:chOff x="2118600" y="412560"/>
            <a:chExt cx="552600" cy="98640"/>
          </a:xfrm>
        </p:grpSpPr>
        <p:sp>
          <p:nvSpPr>
            <p:cNvPr id="2409" name="Google Shape;2409;p42"/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0" name="Google Shape;2410;p42"/>
            <p:cNvSpPr/>
            <p:nvPr/>
          </p:nvSpPr>
          <p:spPr>
            <a:xfrm rot="5400000">
              <a:off x="2599200" y="43956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1" name="Google Shape;2411;p42"/>
            <p:cNvSpPr/>
            <p:nvPr/>
          </p:nvSpPr>
          <p:spPr>
            <a:xfrm rot="5400000">
              <a:off x="2118600" y="41544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2" name="Google Shape;2412;p42"/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3" name="Google Shape;2413;p42"/>
            <p:cNvSpPr/>
            <p:nvPr/>
          </p:nvSpPr>
          <p:spPr>
            <a:xfrm rot="5400000">
              <a:off x="2394720" y="27648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414" name="Google Shape;2414;p42"/>
          <p:cNvGrpSpPr/>
          <p:nvPr/>
        </p:nvGrpSpPr>
        <p:grpSpPr>
          <a:xfrm>
            <a:off x="208720" y="4679040"/>
            <a:ext cx="882720" cy="241560"/>
            <a:chOff x="2596320" y="4298040"/>
            <a:chExt cx="882720" cy="241560"/>
          </a:xfrm>
        </p:grpSpPr>
        <p:sp>
          <p:nvSpPr>
            <p:cNvPr id="2415" name="Google Shape;2415;p42"/>
            <p:cNvSpPr/>
            <p:nvPr/>
          </p:nvSpPr>
          <p:spPr>
            <a:xfrm>
              <a:off x="2596320" y="429804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6" name="Google Shape;2416;p42"/>
            <p:cNvSpPr/>
            <p:nvPr/>
          </p:nvSpPr>
          <p:spPr>
            <a:xfrm>
              <a:off x="2743560" y="429804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7" name="Google Shape;2417;p42"/>
            <p:cNvSpPr/>
            <p:nvPr/>
          </p:nvSpPr>
          <p:spPr>
            <a:xfrm>
              <a:off x="2889720" y="4298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8" name="Google Shape;2418;p42"/>
            <p:cNvSpPr/>
            <p:nvPr/>
          </p:nvSpPr>
          <p:spPr>
            <a:xfrm>
              <a:off x="3036240" y="4298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19" name="Google Shape;2419;p42"/>
            <p:cNvSpPr/>
            <p:nvPr/>
          </p:nvSpPr>
          <p:spPr>
            <a:xfrm>
              <a:off x="3182400" y="4298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20" name="Google Shape;2420;p42"/>
            <p:cNvSpPr/>
            <p:nvPr/>
          </p:nvSpPr>
          <p:spPr>
            <a:xfrm>
              <a:off x="3328560" y="42980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4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p43"/>
          <p:cNvSpPr txBox="1"/>
          <p:nvPr>
            <p:ph type="title"/>
          </p:nvPr>
        </p:nvSpPr>
        <p:spPr>
          <a:xfrm>
            <a:off x="713160" y="539280"/>
            <a:ext cx="7717200" cy="57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הסבר על הפרויקט 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426" name="Google Shape;2426;p43"/>
          <p:cNvSpPr txBox="1"/>
          <p:nvPr>
            <p:ph idx="1" type="body"/>
          </p:nvPr>
        </p:nvSpPr>
        <p:spPr>
          <a:xfrm>
            <a:off x="713160" y="1187640"/>
            <a:ext cx="7717200" cy="3416100"/>
          </a:xfrm>
          <a:prstGeom prst="rect">
            <a:avLst/>
          </a:prstGeom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המערכת שבנינו מורכבת ממספר שרתים שמדמים את המרכיבים המרכזיים בתקשורת אינטרנט מודרנית: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AutoNum type="arabicPeriod"/>
            </a:pPr>
            <a:r>
              <a:rPr lang="iw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שרת </a:t>
            </a:r>
            <a:r>
              <a:rPr lang="iw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DHCP</a:t>
            </a:r>
            <a:r>
              <a:rPr lang="iw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– מקצה ללקוח כתובת IP ופרטי רשת.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AutoNum type="arabicPeriod"/>
            </a:pPr>
            <a:r>
              <a:rPr lang="iw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שרת DNS מקומי – מתרגם שם דומיין לכתובת IP.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AutoNum type="arabicPeriod"/>
            </a:pPr>
            <a:r>
              <a:rPr lang="iw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שרת אפליקציה – מקבל בקשות מהלקוח ומפעיל Agent שמרים Container באמצעות Docker.</a:t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p44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0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32" name="Google Shape;2432;p44"/>
          <p:cNvSpPr/>
          <p:nvPr/>
        </p:nvSpPr>
        <p:spPr>
          <a:xfrm>
            <a:off x="4572005" y="1256165"/>
            <a:ext cx="36192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4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שרת ה-DHCP </a:t>
            </a:r>
            <a:endParaRPr sz="4000" u="none" strike="noStrike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image69b05378b668d" id="2433" name="Google Shape;243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4" name="Google Shape;2434;p44"/>
          <p:cNvGrpSpPr/>
          <p:nvPr/>
        </p:nvGrpSpPr>
        <p:grpSpPr>
          <a:xfrm>
            <a:off x="7234120" y="2077840"/>
            <a:ext cx="882705" cy="241530"/>
            <a:chOff x="2596320" y="4298040"/>
            <a:chExt cx="882705" cy="241530"/>
          </a:xfrm>
        </p:grpSpPr>
        <p:sp>
          <p:nvSpPr>
            <p:cNvPr id="2435" name="Google Shape;2435;p44"/>
            <p:cNvSpPr/>
            <p:nvPr/>
          </p:nvSpPr>
          <p:spPr>
            <a:xfrm>
              <a:off x="2596320" y="4298040"/>
              <a:ext cx="151939" cy="24153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6" name="Google Shape;2436;p44"/>
            <p:cNvSpPr/>
            <p:nvPr/>
          </p:nvSpPr>
          <p:spPr>
            <a:xfrm>
              <a:off x="2743560" y="4298040"/>
              <a:ext cx="150475" cy="24153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7" name="Google Shape;2437;p44"/>
            <p:cNvSpPr/>
            <p:nvPr/>
          </p:nvSpPr>
          <p:spPr>
            <a:xfrm>
              <a:off x="2889720" y="429804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8" name="Google Shape;2438;p44"/>
            <p:cNvSpPr/>
            <p:nvPr/>
          </p:nvSpPr>
          <p:spPr>
            <a:xfrm>
              <a:off x="3036240" y="429804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39" name="Google Shape;2439;p44"/>
            <p:cNvSpPr/>
            <p:nvPr/>
          </p:nvSpPr>
          <p:spPr>
            <a:xfrm>
              <a:off x="3182400" y="429804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40" name="Google Shape;2440;p44"/>
            <p:cNvSpPr/>
            <p:nvPr/>
          </p:nvSpPr>
          <p:spPr>
            <a:xfrm>
              <a:off x="3328560" y="429804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441" name="Google Shape;2441;p44"/>
          <p:cNvGrpSpPr/>
          <p:nvPr/>
        </p:nvGrpSpPr>
        <p:grpSpPr>
          <a:xfrm>
            <a:off x="4762080" y="4298040"/>
            <a:ext cx="1105860" cy="133500"/>
            <a:chOff x="4762080" y="4298040"/>
            <a:chExt cx="1105860" cy="133500"/>
          </a:xfrm>
        </p:grpSpPr>
        <p:grpSp>
          <p:nvGrpSpPr>
            <p:cNvPr id="2442" name="Google Shape;2442;p44"/>
            <p:cNvGrpSpPr/>
            <p:nvPr/>
          </p:nvGrpSpPr>
          <p:grpSpPr>
            <a:xfrm>
              <a:off x="4762080" y="4380840"/>
              <a:ext cx="883020" cy="50700"/>
              <a:chOff x="4762080" y="4380840"/>
              <a:chExt cx="883020" cy="50700"/>
            </a:xfrm>
          </p:grpSpPr>
          <p:sp>
            <p:nvSpPr>
              <p:cNvPr id="2443" name="Google Shape;2443;p44"/>
              <p:cNvSpPr/>
              <p:nvPr/>
            </p:nvSpPr>
            <p:spPr>
              <a:xfrm>
                <a:off x="476208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44" name="Google Shape;2444;p44"/>
              <p:cNvSpPr/>
              <p:nvPr/>
            </p:nvSpPr>
            <p:spPr>
              <a:xfrm>
                <a:off x="485460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45" name="Google Shape;2445;p44"/>
              <p:cNvSpPr/>
              <p:nvPr/>
            </p:nvSpPr>
            <p:spPr>
              <a:xfrm>
                <a:off x="494712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46" name="Google Shape;2446;p44"/>
              <p:cNvSpPr/>
              <p:nvPr/>
            </p:nvSpPr>
            <p:spPr>
              <a:xfrm>
                <a:off x="503964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47" name="Google Shape;2447;p44"/>
              <p:cNvSpPr/>
              <p:nvPr/>
            </p:nvSpPr>
            <p:spPr>
              <a:xfrm>
                <a:off x="513216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48" name="Google Shape;2448;p44"/>
              <p:cNvSpPr/>
              <p:nvPr/>
            </p:nvSpPr>
            <p:spPr>
              <a:xfrm>
                <a:off x="522468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49" name="Google Shape;2449;p44"/>
              <p:cNvSpPr/>
              <p:nvPr/>
            </p:nvSpPr>
            <p:spPr>
              <a:xfrm>
                <a:off x="531684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50" name="Google Shape;2450;p44"/>
              <p:cNvSpPr/>
              <p:nvPr/>
            </p:nvSpPr>
            <p:spPr>
              <a:xfrm>
                <a:off x="540936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51" name="Google Shape;2451;p44"/>
              <p:cNvSpPr/>
              <p:nvPr/>
            </p:nvSpPr>
            <p:spPr>
              <a:xfrm>
                <a:off x="550188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52" name="Google Shape;2452;p44"/>
              <p:cNvSpPr/>
              <p:nvPr/>
            </p:nvSpPr>
            <p:spPr>
              <a:xfrm>
                <a:off x="559440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453" name="Google Shape;2453;p44"/>
            <p:cNvGrpSpPr/>
            <p:nvPr/>
          </p:nvGrpSpPr>
          <p:grpSpPr>
            <a:xfrm>
              <a:off x="4984920" y="4298040"/>
              <a:ext cx="883020" cy="50700"/>
              <a:chOff x="4984920" y="4298040"/>
              <a:chExt cx="883020" cy="50700"/>
            </a:xfrm>
          </p:grpSpPr>
          <p:sp>
            <p:nvSpPr>
              <p:cNvPr id="2454" name="Google Shape;2454;p44"/>
              <p:cNvSpPr/>
              <p:nvPr/>
            </p:nvSpPr>
            <p:spPr>
              <a:xfrm>
                <a:off x="498492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55" name="Google Shape;2455;p44"/>
              <p:cNvSpPr/>
              <p:nvPr/>
            </p:nvSpPr>
            <p:spPr>
              <a:xfrm>
                <a:off x="507744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56" name="Google Shape;2456;p44"/>
              <p:cNvSpPr/>
              <p:nvPr/>
            </p:nvSpPr>
            <p:spPr>
              <a:xfrm>
                <a:off x="516996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57" name="Google Shape;2457;p44"/>
              <p:cNvSpPr/>
              <p:nvPr/>
            </p:nvSpPr>
            <p:spPr>
              <a:xfrm>
                <a:off x="526212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58" name="Google Shape;2458;p44"/>
              <p:cNvSpPr/>
              <p:nvPr/>
            </p:nvSpPr>
            <p:spPr>
              <a:xfrm>
                <a:off x="535464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59" name="Google Shape;2459;p44"/>
              <p:cNvSpPr/>
              <p:nvPr/>
            </p:nvSpPr>
            <p:spPr>
              <a:xfrm>
                <a:off x="544716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60" name="Google Shape;2460;p44"/>
              <p:cNvSpPr/>
              <p:nvPr/>
            </p:nvSpPr>
            <p:spPr>
              <a:xfrm>
                <a:off x="553968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61" name="Google Shape;2461;p44"/>
              <p:cNvSpPr/>
              <p:nvPr/>
            </p:nvSpPr>
            <p:spPr>
              <a:xfrm>
                <a:off x="563220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62" name="Google Shape;2462;p44"/>
              <p:cNvSpPr/>
              <p:nvPr/>
            </p:nvSpPr>
            <p:spPr>
              <a:xfrm>
                <a:off x="572472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463" name="Google Shape;2463;p44"/>
              <p:cNvSpPr/>
              <p:nvPr/>
            </p:nvSpPr>
            <p:spPr>
              <a:xfrm>
                <a:off x="581724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45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69" name="Google Shape;2469;p45"/>
          <p:cNvSpPr/>
          <p:nvPr/>
        </p:nvSpPr>
        <p:spPr>
          <a:xfrm>
            <a:off x="476275" y="634005"/>
            <a:ext cx="8191200" cy="4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תפקידו של שרת ה DHCP: 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חלוקת כתובות IP ופרטי רשת (Gateway, Subnet) באופן דינמי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תרשים זרימה: 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2470" name="Google Shape;247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3" y="2724150"/>
            <a:ext cx="76485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4" name="Shape 2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p46"/>
          <p:cNvSpPr/>
          <p:nvPr/>
        </p:nvSpPr>
        <p:spPr>
          <a:xfrm>
            <a:off x="260375" y="641362"/>
            <a:ext cx="8191200" cy="3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תהליך ה-DORA בקוד: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Discover: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הלקוח פונה לשרת המוכר לקבלת IP.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Offer: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השרת מציע IP פנוי מתוך ה-</a:t>
            </a: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IP Pool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(טווח 10.0.0.2-20).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Request: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הלקוח מאשר את ה-IP המוצע (שימוש ב-XID לסנכרון).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ACK: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השרת רושם את ה-</a:t>
            </a: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Lease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(השכרה) במאגר ומאשר.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שחרור כתובת (Release) אוטומטי נעשה בסיום העבודה לחיסכון במשאבים.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9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p47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0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81" name="Google Shape;2481;p47"/>
          <p:cNvSpPr/>
          <p:nvPr/>
        </p:nvSpPr>
        <p:spPr>
          <a:xfrm>
            <a:off x="402300" y="1143140"/>
            <a:ext cx="36192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4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שרת ה-DNS </a:t>
            </a:r>
            <a:endParaRPr sz="4000" u="none" strike="noStrike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image69b05378d795a" id="2482" name="Google Shape;248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83" name="Google Shape;2483;p47"/>
          <p:cNvSpPr/>
          <p:nvPr/>
        </p:nvSpPr>
        <p:spPr>
          <a:xfrm>
            <a:off x="2194905" y="1906255"/>
            <a:ext cx="1990500" cy="66300"/>
          </a:xfrm>
          <a:prstGeom prst="rect">
            <a:avLst/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700006" scaled="0"/>
          </a:gradFill>
          <a:ln>
            <a:noFill/>
          </a:ln>
        </p:spPr>
        <p:txBody>
          <a:bodyPr anchorCtr="0" anchor="t" bIns="33100" lIns="870823075" spcFirstLastPara="1" rIns="870823075" wrap="square" tIns="33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4" name="Google Shape;2484;p47"/>
          <p:cNvGrpSpPr/>
          <p:nvPr/>
        </p:nvGrpSpPr>
        <p:grpSpPr>
          <a:xfrm>
            <a:off x="402306" y="4667381"/>
            <a:ext cx="763302" cy="136251"/>
            <a:chOff x="2118603" y="412560"/>
            <a:chExt cx="552597" cy="98640"/>
          </a:xfrm>
        </p:grpSpPr>
        <p:sp>
          <p:nvSpPr>
            <p:cNvPr id="2485" name="Google Shape;2485;p47"/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26325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100" lIns="126275" spcFirstLastPara="1" rIns="126275" wrap="square" tIns="68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6" name="Google Shape;2486;p47"/>
            <p:cNvSpPr/>
            <p:nvPr/>
          </p:nvSpPr>
          <p:spPr>
            <a:xfrm rot="5400000">
              <a:off x="2599201" y="439561"/>
              <a:ext cx="46080" cy="42838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9825" lIns="126275" spcFirstLastPara="1" rIns="126275" wrap="square" tIns="2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7" name="Google Shape;2487;p47"/>
            <p:cNvSpPr/>
            <p:nvPr/>
          </p:nvSpPr>
          <p:spPr>
            <a:xfrm rot="5400000">
              <a:off x="2118603" y="415440"/>
              <a:ext cx="91437" cy="91437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26325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3125" lIns="126275" spcFirstLastPara="1" rIns="126275" wrap="square" tIns="63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8" name="Google Shape;2488;p47"/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9825" lIns="126275" spcFirstLastPara="1" rIns="126275" wrap="square" tIns="2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89" name="Google Shape;2489;p47"/>
            <p:cNvSpPr/>
            <p:nvPr/>
          </p:nvSpPr>
          <p:spPr>
            <a:xfrm rot="5400000">
              <a:off x="2394717" y="276477"/>
              <a:ext cx="360" cy="358206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26325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275" lIns="126275" spcFirstLastPara="1" rIns="126275" wrap="square" tIns="12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490" name="Google Shape;2490;p47"/>
          <p:cNvGrpSpPr/>
          <p:nvPr/>
        </p:nvGrpSpPr>
        <p:grpSpPr>
          <a:xfrm>
            <a:off x="949406" y="4400406"/>
            <a:ext cx="763302" cy="136251"/>
            <a:chOff x="2118603" y="412560"/>
            <a:chExt cx="552597" cy="98640"/>
          </a:xfrm>
        </p:grpSpPr>
        <p:sp>
          <p:nvSpPr>
            <p:cNvPr id="2491" name="Google Shape;2491;p47"/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26325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100" lIns="126275" spcFirstLastPara="1" rIns="126275" wrap="square" tIns="68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2" name="Google Shape;2492;p47"/>
            <p:cNvSpPr/>
            <p:nvPr/>
          </p:nvSpPr>
          <p:spPr>
            <a:xfrm rot="5400000">
              <a:off x="2599201" y="439561"/>
              <a:ext cx="46080" cy="42838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9825" lIns="126275" spcFirstLastPara="1" rIns="126275" wrap="square" tIns="2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3" name="Google Shape;2493;p47"/>
            <p:cNvSpPr/>
            <p:nvPr/>
          </p:nvSpPr>
          <p:spPr>
            <a:xfrm rot="5400000">
              <a:off x="2118603" y="415440"/>
              <a:ext cx="91437" cy="91437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26325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3125" lIns="126275" spcFirstLastPara="1" rIns="126275" wrap="square" tIns="63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4" name="Google Shape;2494;p47"/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9825" lIns="126275" spcFirstLastPara="1" rIns="126275" wrap="square" tIns="2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495" name="Google Shape;2495;p47"/>
            <p:cNvSpPr/>
            <p:nvPr/>
          </p:nvSpPr>
          <p:spPr>
            <a:xfrm rot="5400000">
              <a:off x="2394717" y="276477"/>
              <a:ext cx="360" cy="358206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26325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275" lIns="126275" spcFirstLastPara="1" rIns="126275" wrap="square" tIns="12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9" name="Shape 2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" name="Google Shape;2500;p48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01" name="Google Shape;2501;p48"/>
          <p:cNvSpPr/>
          <p:nvPr/>
        </p:nvSpPr>
        <p:spPr>
          <a:xfrm>
            <a:off x="476275" y="634005"/>
            <a:ext cx="8191200" cy="4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תפקידו של שרת ה DNS: </a:t>
            </a:r>
            <a:endParaRPr b="1"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תרגום שמות דומיין (myagent.local) לכתובות IP.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מימוש טכני:</a:t>
            </a:r>
            <a:endParaRPr b="1"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Binary Extraction: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פענוח חבילות UDP בינאריות בפורמט DNS תקני.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Local Records: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מאגר מקומי המפנה את הלקוח לשרת האפליקציה.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DNS Forwarding: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יכולת פנייה לשרת חיצוני (8.8.8.8) עבור כתובות אינטרנט ציבוריות.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תוצאה: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הלקוח לא צריך לדעת את ה-IP של השרת, רק את שמו.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5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6" name="Google Shape;2506;p49"/>
          <p:cNvSpPr/>
          <p:nvPr/>
        </p:nvSpPr>
        <p:spPr>
          <a:xfrm>
            <a:off x="3607727" y="565175"/>
            <a:ext cx="48219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תרשים זרימה: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2507" name="Google Shape;2507;p49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508" name="Google Shape;250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1747838"/>
            <a:ext cx="77152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p50"/>
          <p:cNvSpPr/>
          <p:nvPr/>
        </p:nvSpPr>
        <p:spPr>
          <a:xfrm>
            <a:off x="5048280" y="476280"/>
            <a:ext cx="2285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0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14" name="Google Shape;2514;p50"/>
          <p:cNvSpPr/>
          <p:nvPr/>
        </p:nvSpPr>
        <p:spPr>
          <a:xfrm>
            <a:off x="4887930" y="1347767"/>
            <a:ext cx="36192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4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שרת האפליקציה ופרוטוקול RUDP</a:t>
            </a:r>
            <a:endParaRPr sz="4000" u="none" strike="noStrike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image69b05378e738b" id="2515" name="Google Shape;251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8"/>
            <a:ext cx="4571640" cy="5143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6" name="Google Shape;2516;p50"/>
          <p:cNvGrpSpPr/>
          <p:nvPr/>
        </p:nvGrpSpPr>
        <p:grpSpPr>
          <a:xfrm>
            <a:off x="4717870" y="2776365"/>
            <a:ext cx="882705" cy="241530"/>
            <a:chOff x="2596320" y="4298040"/>
            <a:chExt cx="882705" cy="241530"/>
          </a:xfrm>
        </p:grpSpPr>
        <p:sp>
          <p:nvSpPr>
            <p:cNvPr id="2517" name="Google Shape;2517;p50"/>
            <p:cNvSpPr/>
            <p:nvPr/>
          </p:nvSpPr>
          <p:spPr>
            <a:xfrm>
              <a:off x="2596320" y="4298040"/>
              <a:ext cx="151939" cy="24153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8" name="Google Shape;2518;p50"/>
            <p:cNvSpPr/>
            <p:nvPr/>
          </p:nvSpPr>
          <p:spPr>
            <a:xfrm>
              <a:off x="2743560" y="4298040"/>
              <a:ext cx="150475" cy="24153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19" name="Google Shape;2519;p50"/>
            <p:cNvSpPr/>
            <p:nvPr/>
          </p:nvSpPr>
          <p:spPr>
            <a:xfrm>
              <a:off x="2889720" y="429804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0" name="Google Shape;2520;p50"/>
            <p:cNvSpPr/>
            <p:nvPr/>
          </p:nvSpPr>
          <p:spPr>
            <a:xfrm>
              <a:off x="3036240" y="429804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1" name="Google Shape;2521;p50"/>
            <p:cNvSpPr/>
            <p:nvPr/>
          </p:nvSpPr>
          <p:spPr>
            <a:xfrm>
              <a:off x="3182400" y="429804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22" name="Google Shape;2522;p50"/>
            <p:cNvSpPr/>
            <p:nvPr/>
          </p:nvSpPr>
          <p:spPr>
            <a:xfrm>
              <a:off x="3328560" y="429804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6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p51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28" name="Google Shape;2528;p51"/>
          <p:cNvSpPr/>
          <p:nvPr/>
        </p:nvSpPr>
        <p:spPr>
          <a:xfrm>
            <a:off x="311175" y="555155"/>
            <a:ext cx="8191200" cy="4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ארכיטקטורה של שרת האפליקציה: 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שרת רב־תהליכי (Multithreaded)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המטפל ב-TCP ו-RUDP במקביל.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תפקיד שרת האפליקציה: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קבלת בקשת הלקוח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עיבוד הנתונים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פריסת Container באמצעות Docker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החזרת תשובה ללקוח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52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34" name="Google Shape;2534;p52"/>
          <p:cNvSpPr/>
          <p:nvPr/>
        </p:nvSpPr>
        <p:spPr>
          <a:xfrm>
            <a:off x="683250" y="593250"/>
            <a:ext cx="7641300" cy="3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RUDP – Reliable UDP: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מימוש אמינות מעל UDP.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מנגנונים עיקריים: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Handshake: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יצירת חיבור מסודר (SIN -&gt; SIN_ACK -&gt; ACK).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Sliding Window: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שליחת מספר חבילות במקביל לשיפור ביצועים.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Congestion Control: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הגדלת חלון בהצלחה והקטנתו ב-Timeout (שידור חוזר).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תקשורת: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העברת Payload בפורמט JSON הכולל את פרטי ה-Container.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8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Google Shape;2539;p53"/>
          <p:cNvSpPr/>
          <p:nvPr/>
        </p:nvSpPr>
        <p:spPr>
          <a:xfrm>
            <a:off x="5048280" y="476280"/>
            <a:ext cx="2285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0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40" name="Google Shape;2540;p53"/>
          <p:cNvSpPr/>
          <p:nvPr/>
        </p:nvSpPr>
        <p:spPr>
          <a:xfrm>
            <a:off x="4474978" y="1428850"/>
            <a:ext cx="4280100" cy="19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40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האפליקציה -</a:t>
            </a:r>
            <a:endParaRPr b="1" sz="40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w" sz="36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Agent מבוסס</a:t>
            </a:r>
            <a:r>
              <a:rPr b="1" lang="iw" sz="36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b="1" lang="iw" sz="36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Docke</a:t>
            </a:r>
            <a:r>
              <a:rPr b="1" lang="iw" sz="36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r</a:t>
            </a:r>
            <a:endParaRPr b="1" sz="3600" u="none" strike="noStrike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image69b05378b668d" id="2541" name="Google Shape;254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42" name="Google Shape;2542;p53"/>
          <p:cNvGrpSpPr/>
          <p:nvPr/>
        </p:nvGrpSpPr>
        <p:grpSpPr>
          <a:xfrm>
            <a:off x="7271095" y="234740"/>
            <a:ext cx="882705" cy="241530"/>
            <a:chOff x="2596320" y="4298040"/>
            <a:chExt cx="882705" cy="241530"/>
          </a:xfrm>
        </p:grpSpPr>
        <p:sp>
          <p:nvSpPr>
            <p:cNvPr id="2543" name="Google Shape;2543;p53"/>
            <p:cNvSpPr/>
            <p:nvPr/>
          </p:nvSpPr>
          <p:spPr>
            <a:xfrm>
              <a:off x="2596320" y="4298040"/>
              <a:ext cx="151939" cy="24153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4" name="Google Shape;2544;p53"/>
            <p:cNvSpPr/>
            <p:nvPr/>
          </p:nvSpPr>
          <p:spPr>
            <a:xfrm>
              <a:off x="2743560" y="4298040"/>
              <a:ext cx="150475" cy="24153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5" name="Google Shape;2545;p53"/>
            <p:cNvSpPr/>
            <p:nvPr/>
          </p:nvSpPr>
          <p:spPr>
            <a:xfrm>
              <a:off x="2889720" y="429804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6" name="Google Shape;2546;p53"/>
            <p:cNvSpPr/>
            <p:nvPr/>
          </p:nvSpPr>
          <p:spPr>
            <a:xfrm>
              <a:off x="3036240" y="429804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7" name="Google Shape;2547;p53"/>
            <p:cNvSpPr/>
            <p:nvPr/>
          </p:nvSpPr>
          <p:spPr>
            <a:xfrm>
              <a:off x="3182400" y="429804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48" name="Google Shape;2548;p53"/>
            <p:cNvSpPr/>
            <p:nvPr/>
          </p:nvSpPr>
          <p:spPr>
            <a:xfrm>
              <a:off x="3328560" y="4298040"/>
              <a:ext cx="150465" cy="24153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549" name="Google Shape;2549;p53"/>
          <p:cNvGrpSpPr/>
          <p:nvPr/>
        </p:nvGrpSpPr>
        <p:grpSpPr>
          <a:xfrm>
            <a:off x="4762080" y="4298040"/>
            <a:ext cx="1105860" cy="133500"/>
            <a:chOff x="4762080" y="4298040"/>
            <a:chExt cx="1105860" cy="133500"/>
          </a:xfrm>
        </p:grpSpPr>
        <p:grpSp>
          <p:nvGrpSpPr>
            <p:cNvPr id="2550" name="Google Shape;2550;p53"/>
            <p:cNvGrpSpPr/>
            <p:nvPr/>
          </p:nvGrpSpPr>
          <p:grpSpPr>
            <a:xfrm>
              <a:off x="4762080" y="4380840"/>
              <a:ext cx="883020" cy="50700"/>
              <a:chOff x="4762080" y="4380840"/>
              <a:chExt cx="883020" cy="50700"/>
            </a:xfrm>
          </p:grpSpPr>
          <p:sp>
            <p:nvSpPr>
              <p:cNvPr id="2551" name="Google Shape;2551;p53"/>
              <p:cNvSpPr/>
              <p:nvPr/>
            </p:nvSpPr>
            <p:spPr>
              <a:xfrm>
                <a:off x="476208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52" name="Google Shape;2552;p53"/>
              <p:cNvSpPr/>
              <p:nvPr/>
            </p:nvSpPr>
            <p:spPr>
              <a:xfrm>
                <a:off x="485460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53" name="Google Shape;2553;p53"/>
              <p:cNvSpPr/>
              <p:nvPr/>
            </p:nvSpPr>
            <p:spPr>
              <a:xfrm>
                <a:off x="494712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54" name="Google Shape;2554;p53"/>
              <p:cNvSpPr/>
              <p:nvPr/>
            </p:nvSpPr>
            <p:spPr>
              <a:xfrm>
                <a:off x="503964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55" name="Google Shape;2555;p53"/>
              <p:cNvSpPr/>
              <p:nvPr/>
            </p:nvSpPr>
            <p:spPr>
              <a:xfrm>
                <a:off x="513216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56" name="Google Shape;2556;p53"/>
              <p:cNvSpPr/>
              <p:nvPr/>
            </p:nvSpPr>
            <p:spPr>
              <a:xfrm>
                <a:off x="522468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57" name="Google Shape;2557;p53"/>
              <p:cNvSpPr/>
              <p:nvPr/>
            </p:nvSpPr>
            <p:spPr>
              <a:xfrm>
                <a:off x="531684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58" name="Google Shape;2558;p53"/>
              <p:cNvSpPr/>
              <p:nvPr/>
            </p:nvSpPr>
            <p:spPr>
              <a:xfrm>
                <a:off x="540936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59" name="Google Shape;2559;p53"/>
              <p:cNvSpPr/>
              <p:nvPr/>
            </p:nvSpPr>
            <p:spPr>
              <a:xfrm>
                <a:off x="550188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60" name="Google Shape;2560;p53"/>
              <p:cNvSpPr/>
              <p:nvPr/>
            </p:nvSpPr>
            <p:spPr>
              <a:xfrm>
                <a:off x="5594400" y="43808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  <p:grpSp>
          <p:nvGrpSpPr>
            <p:cNvPr id="2561" name="Google Shape;2561;p53"/>
            <p:cNvGrpSpPr/>
            <p:nvPr/>
          </p:nvGrpSpPr>
          <p:grpSpPr>
            <a:xfrm>
              <a:off x="4984920" y="4298040"/>
              <a:ext cx="883020" cy="50700"/>
              <a:chOff x="4984920" y="4298040"/>
              <a:chExt cx="883020" cy="50700"/>
            </a:xfrm>
          </p:grpSpPr>
          <p:sp>
            <p:nvSpPr>
              <p:cNvPr id="2562" name="Google Shape;2562;p53"/>
              <p:cNvSpPr/>
              <p:nvPr/>
            </p:nvSpPr>
            <p:spPr>
              <a:xfrm>
                <a:off x="498492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63" name="Google Shape;2563;p53"/>
              <p:cNvSpPr/>
              <p:nvPr/>
            </p:nvSpPr>
            <p:spPr>
              <a:xfrm>
                <a:off x="507744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64" name="Google Shape;2564;p53"/>
              <p:cNvSpPr/>
              <p:nvPr/>
            </p:nvSpPr>
            <p:spPr>
              <a:xfrm>
                <a:off x="516996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65" name="Google Shape;2565;p53"/>
              <p:cNvSpPr/>
              <p:nvPr/>
            </p:nvSpPr>
            <p:spPr>
              <a:xfrm>
                <a:off x="526212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66" name="Google Shape;2566;p53"/>
              <p:cNvSpPr/>
              <p:nvPr/>
            </p:nvSpPr>
            <p:spPr>
              <a:xfrm>
                <a:off x="535464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67" name="Google Shape;2567;p53"/>
              <p:cNvSpPr/>
              <p:nvPr/>
            </p:nvSpPr>
            <p:spPr>
              <a:xfrm>
                <a:off x="544716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68" name="Google Shape;2568;p53"/>
              <p:cNvSpPr/>
              <p:nvPr/>
            </p:nvSpPr>
            <p:spPr>
              <a:xfrm>
                <a:off x="553968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69" name="Google Shape;2569;p53"/>
              <p:cNvSpPr/>
              <p:nvPr/>
            </p:nvSpPr>
            <p:spPr>
              <a:xfrm>
                <a:off x="563220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70" name="Google Shape;2570;p53"/>
              <p:cNvSpPr/>
              <p:nvPr/>
            </p:nvSpPr>
            <p:spPr>
              <a:xfrm>
                <a:off x="572472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  <p:sp>
            <p:nvSpPr>
              <p:cNvPr id="2571" name="Google Shape;2571;p53"/>
              <p:cNvSpPr/>
              <p:nvPr/>
            </p:nvSpPr>
            <p:spPr>
              <a:xfrm>
                <a:off x="5817240" y="4298040"/>
                <a:ext cx="50700" cy="50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8000" lIns="91425" spcFirstLastPara="1" rIns="91425" wrap="square" tIns="18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5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p54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77" name="Google Shape;2577;p54"/>
          <p:cNvSpPr/>
          <p:nvPr/>
        </p:nvSpPr>
        <p:spPr>
          <a:xfrm>
            <a:off x="414602" y="634005"/>
            <a:ext cx="8191200" cy="4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Docker Agent: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תהליך העבודה: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קבלת נתוני הלקוח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יצירת דף HTML מתוך Template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ניקוי Container קיים באותו פורט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הרצת Container חדש עם Nginx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תוצאה: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שרת אתר אישי עבור הלקוח.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1" name="Shape 2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2" name="Google Shape;2582;p55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83" name="Google Shape;2583;p55"/>
          <p:cNvSpPr/>
          <p:nvPr/>
        </p:nvSpPr>
        <p:spPr>
          <a:xfrm>
            <a:off x="338402" y="555155"/>
            <a:ext cx="8191200" cy="4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הזרקת נתונים:</a:t>
            </a:r>
            <a:endParaRPr b="1" sz="11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1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קבלת template.html ומילוי פרטי הלקוח בזמן אמת.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אוטומציה:</a:t>
            </a:r>
            <a:endParaRPr b="1" sz="11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1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שימוש ב-subprocess להרצת פקודות Docker.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מנגנון Cleanup: </a:t>
            </a:r>
            <a:endParaRPr sz="11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מניעת התנגשויות על ידי סריקה וכיבוי קונטיינרים קודמים באותו פורט (kill_container_on_port).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תוצאה סופית: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שרת Nginx חי ופעיל בפורט המבוקש.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56"/>
          <p:cNvSpPr/>
          <p:nvPr/>
        </p:nvSpPr>
        <p:spPr>
          <a:xfrm>
            <a:off x="476280" y="476280"/>
            <a:ext cx="2285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50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89" name="Google Shape;2589;p56"/>
          <p:cNvSpPr/>
          <p:nvPr/>
        </p:nvSpPr>
        <p:spPr>
          <a:xfrm>
            <a:off x="340600" y="1428840"/>
            <a:ext cx="36192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iw" sz="4000">
                <a:solidFill>
                  <a:schemeClr val="lt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ארכיטקטורת הלקוח (Client)</a:t>
            </a:r>
            <a:endParaRPr b="1" sz="4000">
              <a:solidFill>
                <a:schemeClr val="lt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descr="image69b05378d795a" id="2590" name="Google Shape;259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91" name="Google Shape;2591;p56"/>
          <p:cNvSpPr/>
          <p:nvPr/>
        </p:nvSpPr>
        <p:spPr>
          <a:xfrm rot="10800000">
            <a:off x="690080" y="2791155"/>
            <a:ext cx="1990500" cy="66300"/>
          </a:xfrm>
          <a:prstGeom prst="rect">
            <a:avLst/>
          </a:prstGeom>
          <a:gradFill>
            <a:gsLst>
              <a:gs pos="0">
                <a:srgbClr val="151B46"/>
              </a:gs>
              <a:gs pos="100000">
                <a:srgbClr val="8FFFFF"/>
              </a:gs>
            </a:gsLst>
            <a:lin ang="2700006" scaled="0"/>
          </a:gradFill>
          <a:ln>
            <a:noFill/>
          </a:ln>
        </p:spPr>
        <p:txBody>
          <a:bodyPr anchorCtr="0" anchor="t" bIns="33100" lIns="870823075" spcFirstLastPara="1" rIns="870823075" wrap="square" tIns="33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92" name="Google Shape;2592;p56"/>
          <p:cNvGrpSpPr/>
          <p:nvPr/>
        </p:nvGrpSpPr>
        <p:grpSpPr>
          <a:xfrm>
            <a:off x="402306" y="4667381"/>
            <a:ext cx="763302" cy="136251"/>
            <a:chOff x="2118603" y="412560"/>
            <a:chExt cx="552597" cy="98640"/>
          </a:xfrm>
        </p:grpSpPr>
        <p:sp>
          <p:nvSpPr>
            <p:cNvPr id="2593" name="Google Shape;2593;p56"/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26325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100" lIns="126275" spcFirstLastPara="1" rIns="126275" wrap="square" tIns="68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94" name="Google Shape;2594;p56"/>
            <p:cNvSpPr/>
            <p:nvPr/>
          </p:nvSpPr>
          <p:spPr>
            <a:xfrm rot="5400000">
              <a:off x="2599201" y="439561"/>
              <a:ext cx="46080" cy="42838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9825" lIns="126275" spcFirstLastPara="1" rIns="126275" wrap="square" tIns="2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95" name="Google Shape;2595;p56"/>
            <p:cNvSpPr/>
            <p:nvPr/>
          </p:nvSpPr>
          <p:spPr>
            <a:xfrm rot="5400000">
              <a:off x="2118603" y="415440"/>
              <a:ext cx="91437" cy="91437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26325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3125" lIns="126275" spcFirstLastPara="1" rIns="126275" wrap="square" tIns="63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96" name="Google Shape;2596;p56"/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9825" lIns="126275" spcFirstLastPara="1" rIns="126275" wrap="square" tIns="2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597" name="Google Shape;2597;p56"/>
            <p:cNvSpPr/>
            <p:nvPr/>
          </p:nvSpPr>
          <p:spPr>
            <a:xfrm rot="5400000">
              <a:off x="2394717" y="276477"/>
              <a:ext cx="360" cy="358206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26325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275" lIns="126275" spcFirstLastPara="1" rIns="126275" wrap="square" tIns="12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598" name="Google Shape;2598;p56"/>
          <p:cNvGrpSpPr/>
          <p:nvPr/>
        </p:nvGrpSpPr>
        <p:grpSpPr>
          <a:xfrm>
            <a:off x="3638356" y="340031"/>
            <a:ext cx="763302" cy="136251"/>
            <a:chOff x="2118603" y="412560"/>
            <a:chExt cx="552597" cy="98640"/>
          </a:xfrm>
        </p:grpSpPr>
        <p:sp>
          <p:nvSpPr>
            <p:cNvPr id="2599" name="Google Shape;2599;p56"/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26325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100" lIns="126275" spcFirstLastPara="1" rIns="126275" wrap="square" tIns="68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00" name="Google Shape;2600;p56"/>
            <p:cNvSpPr/>
            <p:nvPr/>
          </p:nvSpPr>
          <p:spPr>
            <a:xfrm rot="5400000">
              <a:off x="2599201" y="439561"/>
              <a:ext cx="46080" cy="42838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9825" lIns="126275" spcFirstLastPara="1" rIns="126275" wrap="square" tIns="2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01" name="Google Shape;2601;p56"/>
            <p:cNvSpPr/>
            <p:nvPr/>
          </p:nvSpPr>
          <p:spPr>
            <a:xfrm rot="5400000">
              <a:off x="2118603" y="415440"/>
              <a:ext cx="91437" cy="91437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26325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3125" lIns="126275" spcFirstLastPara="1" rIns="126275" wrap="square" tIns="63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02" name="Google Shape;2602;p56"/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9825" lIns="126275" spcFirstLastPara="1" rIns="126275" wrap="square" tIns="29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03" name="Google Shape;2603;p56"/>
            <p:cNvSpPr/>
            <p:nvPr/>
          </p:nvSpPr>
          <p:spPr>
            <a:xfrm rot="5400000">
              <a:off x="2394717" y="276477"/>
              <a:ext cx="360" cy="358206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26325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6275" lIns="126275" spcFirstLastPara="1" rIns="126275" wrap="square" tIns="126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2486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7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57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09" name="Google Shape;2609;p57"/>
          <p:cNvSpPr/>
          <p:nvPr/>
        </p:nvSpPr>
        <p:spPr>
          <a:xfrm>
            <a:off x="273075" y="608605"/>
            <a:ext cx="8191200" cy="4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תפקיד הלקוח: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תרגום שמות דומיין (myagent.local) לכתובות IP.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תהליך העבודה של הלקוח: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AutoNum type="arabicPeriod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קבלת IP משרת DHCP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AutoNum type="arabicPeriod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תרגום שם דומיין באמצעות DNS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AutoNum type="arabicPeriod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בחירת פרוטוקול תקשורת (TCP / RUDP)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AutoNum type="arabicPeriod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שליחת בקשת פריסה לשרת האפליקציה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AutoNum type="arabicPeriod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הקמת Container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AutoNum type="arabicPeriod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שחרור כתובת IP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3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4" name="Google Shape;2614;p58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15" name="Google Shape;2615;p58"/>
          <p:cNvSpPr/>
          <p:nvPr/>
        </p:nvSpPr>
        <p:spPr>
          <a:xfrm>
            <a:off x="476275" y="634005"/>
            <a:ext cx="8191200" cy="4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מימוש טכני: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Binary Extraction: פענוח חבילות UDP בינאריות בפורמט DNS תקני.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Local Records: מאגר מקומי המפנה את הלקוח לשרת האפליקציה.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DNS Forwarding: יכולת פנייה לשרת חיצוני (8.8.8.8) עבור כתובות אינטרנט ציבוריות.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תוצאה: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הלקוח לא צריך לדעת את ה-IP של השרת, רק את שמו.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9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Google Shape;2620;p59"/>
          <p:cNvSpPr/>
          <p:nvPr/>
        </p:nvSpPr>
        <p:spPr>
          <a:xfrm>
            <a:off x="476280" y="47628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621" name="Google Shape;2621;p59"/>
          <p:cNvSpPr/>
          <p:nvPr/>
        </p:nvSpPr>
        <p:spPr>
          <a:xfrm>
            <a:off x="476275" y="634005"/>
            <a:ext cx="8191200" cy="40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32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סיכום - המערכת מדגימה:</a:t>
            </a:r>
            <a:endParaRPr sz="32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הקצאת כתובות באמצעות DHC</a:t>
            </a: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P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תרגום שמות באמצעות DNS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תקשורת TCP ו-RUDP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מנגנוני אמינות בתקשורת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ssistant"/>
              <a:buChar char="●"/>
            </a:pPr>
            <a:r>
              <a:rPr lang="iw" sz="180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פריסה אוטומטית של שירות באמצעות Docker</a:t>
            </a:r>
            <a:endParaRPr sz="1800">
              <a:solidFill>
                <a:schemeClr val="lt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5" name="Shape 2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6" name="Google Shape;2626;p60"/>
          <p:cNvSpPr txBox="1"/>
          <p:nvPr>
            <p:ph type="title"/>
          </p:nvPr>
        </p:nvSpPr>
        <p:spPr>
          <a:xfrm>
            <a:off x="1490000" y="780763"/>
            <a:ext cx="6276600" cy="2339700"/>
          </a:xfrm>
          <a:prstGeom prst="rect">
            <a:avLst/>
          </a:prstGeom>
          <a:noFill/>
          <a:ln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0"/>
              <a:buFont typeface="Exo"/>
              <a:buNone/>
            </a:pPr>
            <a:r>
              <a:rPr b="1" lang="iw" sz="7000">
                <a:solidFill>
                  <a:schemeClr val="accent2"/>
                </a:solidFill>
                <a:latin typeface="Assistant"/>
                <a:ea typeface="Assistant"/>
                <a:cs typeface="Assistant"/>
                <a:sym typeface="Assistant"/>
              </a:rPr>
              <a:t>תודה על ההקשבה</a:t>
            </a:r>
            <a:r>
              <a:rPr b="1" lang="iw" sz="7000" u="none" strike="noStrike">
                <a:solidFill>
                  <a:schemeClr val="accent2"/>
                </a:solidFill>
                <a:latin typeface="Assistant"/>
                <a:ea typeface="Assistant"/>
                <a:cs typeface="Assistant"/>
                <a:sym typeface="Assistant"/>
              </a:rPr>
              <a:t>!</a:t>
            </a:r>
            <a:endParaRPr sz="7000" u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2627" name="Google Shape;2627;p60"/>
          <p:cNvGrpSpPr/>
          <p:nvPr/>
        </p:nvGrpSpPr>
        <p:grpSpPr>
          <a:xfrm>
            <a:off x="7077420" y="2284020"/>
            <a:ext cx="241560" cy="882720"/>
            <a:chOff x="7077420" y="2284020"/>
            <a:chExt cx="241560" cy="882720"/>
          </a:xfrm>
        </p:grpSpPr>
        <p:sp>
          <p:nvSpPr>
            <p:cNvPr id="2628" name="Google Shape;2628;p60"/>
            <p:cNvSpPr/>
            <p:nvPr/>
          </p:nvSpPr>
          <p:spPr>
            <a:xfrm rot="-5400000">
              <a:off x="7122240" y="297000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29" name="Google Shape;2629;p60"/>
            <p:cNvSpPr/>
            <p:nvPr/>
          </p:nvSpPr>
          <p:spPr>
            <a:xfrm rot="-5400000">
              <a:off x="7122960" y="282312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30" name="Google Shape;2630;p60"/>
            <p:cNvSpPr/>
            <p:nvPr/>
          </p:nvSpPr>
          <p:spPr>
            <a:xfrm rot="-5400000">
              <a:off x="7122960" y="267696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31" name="Google Shape;2631;p60"/>
            <p:cNvSpPr/>
            <p:nvPr/>
          </p:nvSpPr>
          <p:spPr>
            <a:xfrm rot="-5400000">
              <a:off x="7122960" y="25308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32" name="Google Shape;2632;p60"/>
            <p:cNvSpPr/>
            <p:nvPr/>
          </p:nvSpPr>
          <p:spPr>
            <a:xfrm rot="-5400000">
              <a:off x="7122960" y="23846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33" name="Google Shape;2633;p60"/>
            <p:cNvSpPr/>
            <p:nvPr/>
          </p:nvSpPr>
          <p:spPr>
            <a:xfrm rot="-5400000">
              <a:off x="7122960" y="223848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634" name="Google Shape;2634;p60"/>
          <p:cNvGrpSpPr/>
          <p:nvPr/>
        </p:nvGrpSpPr>
        <p:grpSpPr>
          <a:xfrm>
            <a:off x="7078680" y="3922200"/>
            <a:ext cx="552240" cy="98640"/>
            <a:chOff x="7078680" y="3922200"/>
            <a:chExt cx="552240" cy="98640"/>
          </a:xfrm>
        </p:grpSpPr>
        <p:sp>
          <p:nvSpPr>
            <p:cNvPr id="2635" name="Google Shape;2635;p60"/>
            <p:cNvSpPr/>
            <p:nvPr/>
          </p:nvSpPr>
          <p:spPr>
            <a:xfrm rot="5400000">
              <a:off x="7532280" y="392220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36" name="Google Shape;2636;p60"/>
            <p:cNvSpPr/>
            <p:nvPr/>
          </p:nvSpPr>
          <p:spPr>
            <a:xfrm rot="5400000">
              <a:off x="7558920" y="394920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37" name="Google Shape;2637;p60"/>
            <p:cNvSpPr/>
            <p:nvPr/>
          </p:nvSpPr>
          <p:spPr>
            <a:xfrm rot="5400000">
              <a:off x="7078680" y="39250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38" name="Google Shape;2638;p60"/>
            <p:cNvSpPr/>
            <p:nvPr/>
          </p:nvSpPr>
          <p:spPr>
            <a:xfrm rot="5400000">
              <a:off x="7102440" y="394920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39" name="Google Shape;2639;p60"/>
            <p:cNvSpPr/>
            <p:nvPr/>
          </p:nvSpPr>
          <p:spPr>
            <a:xfrm rot="5400000">
              <a:off x="7354440" y="378648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640" name="Google Shape;2640;p60"/>
          <p:cNvGrpSpPr/>
          <p:nvPr/>
        </p:nvGrpSpPr>
        <p:grpSpPr>
          <a:xfrm>
            <a:off x="1819620" y="1188900"/>
            <a:ext cx="241560" cy="882720"/>
            <a:chOff x="1819620" y="1188900"/>
            <a:chExt cx="241560" cy="882720"/>
          </a:xfrm>
        </p:grpSpPr>
        <p:sp>
          <p:nvSpPr>
            <p:cNvPr id="2641" name="Google Shape;2641;p60"/>
            <p:cNvSpPr/>
            <p:nvPr/>
          </p:nvSpPr>
          <p:spPr>
            <a:xfrm rot="5400000">
              <a:off x="1864440" y="1144080"/>
              <a:ext cx="151920" cy="241560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42" name="Google Shape;2642;p60"/>
            <p:cNvSpPr/>
            <p:nvPr/>
          </p:nvSpPr>
          <p:spPr>
            <a:xfrm rot="5400000">
              <a:off x="1865160" y="1290960"/>
              <a:ext cx="150480" cy="241560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43" name="Google Shape;2643;p60"/>
            <p:cNvSpPr/>
            <p:nvPr/>
          </p:nvSpPr>
          <p:spPr>
            <a:xfrm rot="5400000">
              <a:off x="1865160" y="143712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44" name="Google Shape;2644;p60"/>
            <p:cNvSpPr/>
            <p:nvPr/>
          </p:nvSpPr>
          <p:spPr>
            <a:xfrm rot="5400000">
              <a:off x="1865160" y="158328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45" name="Google Shape;2645;p60"/>
            <p:cNvSpPr/>
            <p:nvPr/>
          </p:nvSpPr>
          <p:spPr>
            <a:xfrm rot="5400000">
              <a:off x="1865160" y="172944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46" name="Google Shape;2646;p60"/>
            <p:cNvSpPr/>
            <p:nvPr/>
          </p:nvSpPr>
          <p:spPr>
            <a:xfrm rot="5400000">
              <a:off x="1865160" y="1875600"/>
              <a:ext cx="150480" cy="241560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grpSp>
        <p:nvGrpSpPr>
          <p:cNvPr id="2647" name="Google Shape;2647;p60"/>
          <p:cNvGrpSpPr/>
          <p:nvPr/>
        </p:nvGrpSpPr>
        <p:grpSpPr>
          <a:xfrm>
            <a:off x="1854720" y="3021840"/>
            <a:ext cx="552600" cy="98640"/>
            <a:chOff x="1854720" y="3021840"/>
            <a:chExt cx="552600" cy="98640"/>
          </a:xfrm>
        </p:grpSpPr>
        <p:sp>
          <p:nvSpPr>
            <p:cNvPr id="2648" name="Google Shape;2648;p60"/>
            <p:cNvSpPr/>
            <p:nvPr/>
          </p:nvSpPr>
          <p:spPr>
            <a:xfrm rot="5400000">
              <a:off x="2308680" y="3021840"/>
              <a:ext cx="98640" cy="98640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9300" lIns="91425" spcFirstLastPara="1" rIns="91425" wrap="square" tIns="493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49" name="Google Shape;2649;p60"/>
            <p:cNvSpPr/>
            <p:nvPr/>
          </p:nvSpPr>
          <p:spPr>
            <a:xfrm rot="5400000">
              <a:off x="2334960" y="3048840"/>
              <a:ext cx="46080" cy="42840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50" name="Google Shape;2650;p60"/>
            <p:cNvSpPr/>
            <p:nvPr/>
          </p:nvSpPr>
          <p:spPr>
            <a:xfrm rot="5400000">
              <a:off x="1854720" y="3025080"/>
              <a:ext cx="91440" cy="91440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51" name="Google Shape;2651;p60"/>
            <p:cNvSpPr/>
            <p:nvPr/>
          </p:nvSpPr>
          <p:spPr>
            <a:xfrm rot="5400000">
              <a:off x="1878480" y="3048840"/>
              <a:ext cx="42840" cy="42840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21600" lIns="91425" spcFirstLastPara="1" rIns="91425" wrap="square" tIns="21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2652" name="Google Shape;2652;p60"/>
            <p:cNvSpPr/>
            <p:nvPr/>
          </p:nvSpPr>
          <p:spPr>
            <a:xfrm rot="5400000">
              <a:off x="2130480" y="2886480"/>
              <a:ext cx="360" cy="358200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rgbClr val="95FFA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2653" name="Google Shape;2653;p60"/>
          <p:cNvSpPr/>
          <p:nvPr/>
        </p:nvSpPr>
        <p:spPr>
          <a:xfrm>
            <a:off x="2575450" y="3421600"/>
            <a:ext cx="4021200" cy="444000"/>
          </a:xfrm>
          <a:prstGeom prst="rect">
            <a:avLst/>
          </a:prstGeom>
          <a:solidFill>
            <a:srgbClr val="1D28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